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sldIdLst>
    <p:sldId id="1074" r:id="rId5"/>
    <p:sldId id="1041" r:id="rId6"/>
    <p:sldId id="1076" r:id="rId7"/>
    <p:sldId id="1059" r:id="rId8"/>
    <p:sldId id="1061" r:id="rId9"/>
    <p:sldId id="1062" r:id="rId10"/>
    <p:sldId id="1075" r:id="rId11"/>
    <p:sldId id="1063" r:id="rId12"/>
    <p:sldId id="1064" r:id="rId13"/>
    <p:sldId id="1077" r:id="rId14"/>
    <p:sldId id="1072" r:id="rId15"/>
    <p:sldId id="1065" r:id="rId16"/>
    <p:sldId id="1066" r:id="rId17"/>
    <p:sldId id="1067" r:id="rId18"/>
    <p:sldId id="1078" r:id="rId19"/>
    <p:sldId id="1068" r:id="rId20"/>
    <p:sldId id="1069" r:id="rId21"/>
    <p:sldId id="1070" r:id="rId22"/>
    <p:sldId id="1071" r:id="rId23"/>
    <p:sldId id="1073" r:id="rId24"/>
    <p:sldId id="1079" r:id="rId31"/>
    <p:sldId id="1080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504" userDrawn="1">
          <p15:clr>
            <a:srgbClr val="A4A3A4"/>
          </p15:clr>
        </p15:guide>
        <p15:guide id="4" orient="horz" pos="2232" userDrawn="1">
          <p15:clr>
            <a:srgbClr val="A4A3A4"/>
          </p15:clr>
        </p15:guide>
        <p15:guide id="5" pos="7512" userDrawn="1">
          <p15:clr>
            <a:srgbClr val="A4A3A4"/>
          </p15:clr>
        </p15:guide>
        <p15:guide id="6" orient="horz" pos="1704" userDrawn="1">
          <p15:clr>
            <a:srgbClr val="A4A3A4"/>
          </p15:clr>
        </p15:guide>
        <p15:guide id="7" orient="horz" pos="1104" userDrawn="1">
          <p15:clr>
            <a:srgbClr val="A4A3A4"/>
          </p15:clr>
        </p15:guide>
        <p15:guide id="8" pos="360" userDrawn="1">
          <p15:clr>
            <a:srgbClr val="A4A3A4"/>
          </p15:clr>
        </p15:guide>
        <p15:guide id="9" pos="7080" userDrawn="1">
          <p15:clr>
            <a:srgbClr val="A4A3A4"/>
          </p15:clr>
        </p15:guide>
        <p15:guide id="10" pos="288" userDrawn="1">
          <p15:clr>
            <a:srgbClr val="A4A3A4"/>
          </p15:clr>
        </p15:guide>
        <p15:guide id="11" orient="horz" pos="1032" userDrawn="1">
          <p15:clr>
            <a:srgbClr val="A4A3A4"/>
          </p15:clr>
        </p15:guide>
        <p15:guide id="12" pos="2784" userDrawn="1">
          <p15:clr>
            <a:srgbClr val="A4A3A4"/>
          </p15:clr>
        </p15:guide>
        <p15:guide id="13" pos="5208" userDrawn="1">
          <p15:clr>
            <a:srgbClr val="A4A3A4"/>
          </p15:clr>
        </p15:guide>
        <p15:guide id="14" orient="horz" pos="1776" userDrawn="1">
          <p15:clr>
            <a:srgbClr val="A4A3A4"/>
          </p15:clr>
        </p15:guide>
        <p15:guide id="15" orient="horz" pos="2592" userDrawn="1">
          <p15:clr>
            <a:srgbClr val="A4A3A4"/>
          </p15:clr>
        </p15:guide>
        <p15:guide id="16" orient="horz" pos="1920" userDrawn="1">
          <p15:clr>
            <a:srgbClr val="A4A3A4"/>
          </p15:clr>
        </p15:guide>
        <p15:guide id="17" orient="horz" pos="2736" userDrawn="1">
          <p15:clr>
            <a:srgbClr val="A4A3A4"/>
          </p15:clr>
        </p15:guide>
        <p15:guide id="18" orient="horz" pos="3384" userDrawn="1">
          <p15:clr>
            <a:srgbClr val="A4A3A4"/>
          </p15:clr>
        </p15:guide>
        <p15:guide id="19" orient="horz" pos="3528" userDrawn="1">
          <p15:clr>
            <a:srgbClr val="A4A3A4"/>
          </p15:clr>
        </p15:guide>
        <p15:guide id="20" orient="horz" pos="1680" userDrawn="1">
          <p15:clr>
            <a:srgbClr val="A4A3A4"/>
          </p15:clr>
        </p15:guide>
        <p15:guide id="21" pos="528" userDrawn="1">
          <p15:clr>
            <a:srgbClr val="A4A3A4"/>
          </p15:clr>
        </p15:guide>
        <p15:guide id="22" pos="3240" userDrawn="1">
          <p15:clr>
            <a:srgbClr val="A4A3A4"/>
          </p15:clr>
        </p15:guide>
        <p15:guide id="23" pos="7152" userDrawn="1">
          <p15:clr>
            <a:srgbClr val="A4A3A4"/>
          </p15:clr>
        </p15:guide>
        <p15:guide id="24" pos="44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veen Chhabra" initials="NC" lastIdx="2" clrIdx="0">
    <p:extLst>
      <p:ext uri="{19B8F6BF-5375-455C-9EA6-DF929625EA0E}">
        <p15:presenceInfo xmlns:p15="http://schemas.microsoft.com/office/powerpoint/2012/main" userId="S::chhabranaveen@mirafra2.onmicrosoft.com::86d05715-673f-4e84-8b2b-b724805db05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4444"/>
    <a:srgbClr val="66CCFF"/>
    <a:srgbClr val="33CCFF"/>
    <a:srgbClr val="FFCC66"/>
    <a:srgbClr val="33C55A"/>
    <a:srgbClr val="66FF99"/>
    <a:srgbClr val="82B553"/>
    <a:srgbClr val="CCCC00"/>
    <a:srgbClr val="9999FF"/>
    <a:srgbClr val="1114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44"/>
    <p:restoredTop sz="94678"/>
  </p:normalViewPr>
  <p:slideViewPr>
    <p:cSldViewPr snapToGrid="0">
      <p:cViewPr varScale="1">
        <p:scale>
          <a:sx n="81" d="100"/>
          <a:sy n="81" d="100"/>
        </p:scale>
        <p:origin x="48" y="53"/>
      </p:cViewPr>
      <p:guideLst>
        <p:guide pos="192"/>
        <p:guide pos="3840"/>
        <p:guide orient="horz" pos="504"/>
        <p:guide orient="horz" pos="2232"/>
        <p:guide pos="7512"/>
        <p:guide orient="horz" pos="1704"/>
        <p:guide orient="horz" pos="1104"/>
        <p:guide pos="360"/>
        <p:guide pos="7080"/>
        <p:guide pos="288"/>
        <p:guide orient="horz" pos="1032"/>
        <p:guide pos="2784"/>
        <p:guide pos="5208"/>
        <p:guide orient="horz" pos="1776"/>
        <p:guide orient="horz" pos="2592"/>
        <p:guide orient="horz" pos="1920"/>
        <p:guide orient="horz" pos="2736"/>
        <p:guide orient="horz" pos="3384"/>
        <p:guide orient="horz" pos="3528"/>
        <p:guide orient="horz" pos="1680"/>
        <p:guide pos="528"/>
        <p:guide pos="3240"/>
        <p:guide pos="7152"/>
        <p:guide pos="44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notesMaster" Target="notesMasters/notesMaster1.xml"/><Relationship Id="rId26" Type="http://schemas.openxmlformats.org/officeDocument/2006/relationships/commentAuthors" Target="commentAuthors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1.xml"/><Relationship Id="rId32" Type="http://schemas.openxmlformats.org/officeDocument/2006/relationships/slide" Target="slides/slide2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76BAD4-9C12-40B4-B2BA-58A029EC3965}" type="doc">
      <dgm:prSet loTypeId="urn:microsoft.com/office/officeart/2005/8/layout/vList5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33689155-75E9-44DD-AF56-346BDC80942A}">
      <dgm:prSet/>
      <dgm:spPr/>
      <dgm:t>
        <a:bodyPr/>
        <a:lstStyle/>
        <a:p>
          <a:r>
            <a:rPr lang="en-US" dirty="0"/>
            <a:t>Regression Failure</a:t>
          </a:r>
          <a:endParaRPr lang="en-IN" dirty="0"/>
        </a:p>
      </dgm:t>
    </dgm:pt>
    <dgm:pt modelId="{BA4D70F2-FC8E-4B5A-8E49-DD63FBB008D2}" type="parTrans" cxnId="{62BE3535-0AAE-4B6D-A5EC-AF38B386BB8F}">
      <dgm:prSet/>
      <dgm:spPr/>
      <dgm:t>
        <a:bodyPr/>
        <a:lstStyle/>
        <a:p>
          <a:endParaRPr lang="en-IN"/>
        </a:p>
      </dgm:t>
    </dgm:pt>
    <dgm:pt modelId="{BCBFF1DC-C9DD-4F52-A6EB-6515B1A2D005}" type="sibTrans" cxnId="{62BE3535-0AAE-4B6D-A5EC-AF38B386BB8F}">
      <dgm:prSet/>
      <dgm:spPr/>
      <dgm:t>
        <a:bodyPr/>
        <a:lstStyle/>
        <a:p>
          <a:endParaRPr lang="en-IN"/>
        </a:p>
      </dgm:t>
    </dgm:pt>
    <dgm:pt modelId="{FE5036F4-0789-4C91-AD04-5D46535146BF}">
      <dgm:prSet/>
      <dgm:spPr/>
      <dgm:t>
        <a:bodyPr/>
        <a:lstStyle/>
        <a:p>
          <a:r>
            <a:rPr lang="en-US" dirty="0"/>
            <a:t>↓</a:t>
          </a:r>
          <a:endParaRPr lang="en-IN" dirty="0"/>
        </a:p>
      </dgm:t>
    </dgm:pt>
    <dgm:pt modelId="{44A8DF9C-AF81-4237-8EC4-D7B49E9B9AD9}" type="parTrans" cxnId="{13960173-1DF8-4975-8A6E-5A37F6728D00}">
      <dgm:prSet/>
      <dgm:spPr/>
      <dgm:t>
        <a:bodyPr/>
        <a:lstStyle/>
        <a:p>
          <a:endParaRPr lang="en-IN"/>
        </a:p>
      </dgm:t>
    </dgm:pt>
    <dgm:pt modelId="{8AFA6E88-1D02-41EB-82F1-78EB22212422}" type="sibTrans" cxnId="{13960173-1DF8-4975-8A6E-5A37F6728D00}">
      <dgm:prSet/>
      <dgm:spPr/>
      <dgm:t>
        <a:bodyPr/>
        <a:lstStyle/>
        <a:p>
          <a:endParaRPr lang="en-IN"/>
        </a:p>
      </dgm:t>
    </dgm:pt>
    <dgm:pt modelId="{A76168D5-4CE7-45F1-94F0-BA803493E70C}">
      <dgm:prSet/>
      <dgm:spPr/>
      <dgm:t>
        <a:bodyPr/>
        <a:lstStyle/>
        <a:p>
          <a:r>
            <a:rPr lang="en-US"/>
            <a:t>Read Simulation Log</a:t>
          </a:r>
          <a:endParaRPr lang="en-IN"/>
        </a:p>
      </dgm:t>
    </dgm:pt>
    <dgm:pt modelId="{1BB2975C-A473-49C1-9EA0-6CB86C79ED78}" type="parTrans" cxnId="{0212FC63-93FA-4526-9271-BBCDA76DC33D}">
      <dgm:prSet/>
      <dgm:spPr/>
      <dgm:t>
        <a:bodyPr/>
        <a:lstStyle/>
        <a:p>
          <a:endParaRPr lang="en-IN"/>
        </a:p>
      </dgm:t>
    </dgm:pt>
    <dgm:pt modelId="{794ED829-4C4A-4785-A6E1-154247009722}" type="sibTrans" cxnId="{0212FC63-93FA-4526-9271-BBCDA76DC33D}">
      <dgm:prSet/>
      <dgm:spPr/>
      <dgm:t>
        <a:bodyPr/>
        <a:lstStyle/>
        <a:p>
          <a:endParaRPr lang="en-IN"/>
        </a:p>
      </dgm:t>
    </dgm:pt>
    <dgm:pt modelId="{D14D4A22-59A3-4A6C-87C9-C00E68668D15}">
      <dgm:prSet/>
      <dgm:spPr/>
      <dgm:t>
        <a:bodyPr/>
        <a:lstStyle/>
        <a:p>
          <a:r>
            <a:rPr lang="en-US"/>
            <a:t>↓</a:t>
          </a:r>
          <a:endParaRPr lang="en-IN"/>
        </a:p>
      </dgm:t>
    </dgm:pt>
    <dgm:pt modelId="{8E344DB8-C35C-4A20-A613-D2C59328C8FB}" type="parTrans" cxnId="{09225456-4505-4F9E-A042-CBD3D494970D}">
      <dgm:prSet/>
      <dgm:spPr/>
      <dgm:t>
        <a:bodyPr/>
        <a:lstStyle/>
        <a:p>
          <a:endParaRPr lang="en-IN"/>
        </a:p>
      </dgm:t>
    </dgm:pt>
    <dgm:pt modelId="{3F0273F3-FF82-4E8A-8AC9-FBB595D5B387}" type="sibTrans" cxnId="{09225456-4505-4F9E-A042-CBD3D494970D}">
      <dgm:prSet/>
      <dgm:spPr/>
      <dgm:t>
        <a:bodyPr/>
        <a:lstStyle/>
        <a:p>
          <a:endParaRPr lang="en-IN"/>
        </a:p>
      </dgm:t>
    </dgm:pt>
    <dgm:pt modelId="{19D5B720-14CC-4C2F-BE3E-CE1939D36285}">
      <dgm:prSet/>
      <dgm:spPr/>
      <dgm:t>
        <a:bodyPr/>
        <a:lstStyle/>
        <a:p>
          <a:r>
            <a:rPr lang="en-US" dirty="0"/>
            <a:t>Understand Failure</a:t>
          </a:r>
          <a:endParaRPr lang="en-IN" dirty="0"/>
        </a:p>
      </dgm:t>
    </dgm:pt>
    <dgm:pt modelId="{F2DA9F40-734F-496C-9083-BA6497392E22}" type="parTrans" cxnId="{0D81CA5D-08E4-425F-B949-288BCC55F46F}">
      <dgm:prSet/>
      <dgm:spPr/>
      <dgm:t>
        <a:bodyPr/>
        <a:lstStyle/>
        <a:p>
          <a:endParaRPr lang="en-IN"/>
        </a:p>
      </dgm:t>
    </dgm:pt>
    <dgm:pt modelId="{8825385B-DAF7-4135-A19D-17BAFD7ABE1E}" type="sibTrans" cxnId="{0D81CA5D-08E4-425F-B949-288BCC55F46F}">
      <dgm:prSet/>
      <dgm:spPr/>
      <dgm:t>
        <a:bodyPr/>
        <a:lstStyle/>
        <a:p>
          <a:endParaRPr lang="en-IN"/>
        </a:p>
      </dgm:t>
    </dgm:pt>
    <dgm:pt modelId="{8B3E3B58-221D-432B-9867-3D254BE1F4BC}">
      <dgm:prSet/>
      <dgm:spPr/>
      <dgm:t>
        <a:bodyPr/>
        <a:lstStyle/>
        <a:p>
          <a:r>
            <a:rPr lang="en-US"/>
            <a:t>↓</a:t>
          </a:r>
          <a:endParaRPr lang="en-IN"/>
        </a:p>
      </dgm:t>
    </dgm:pt>
    <dgm:pt modelId="{C73F0FC2-329E-4DE8-87FE-88A366EAF763}" type="parTrans" cxnId="{6E12B000-A95E-457F-9EAC-98AEE4A6B07D}">
      <dgm:prSet/>
      <dgm:spPr/>
      <dgm:t>
        <a:bodyPr/>
        <a:lstStyle/>
        <a:p>
          <a:endParaRPr lang="en-IN"/>
        </a:p>
      </dgm:t>
    </dgm:pt>
    <dgm:pt modelId="{3046D9E1-F254-472F-95A4-6EFC5808D32F}" type="sibTrans" cxnId="{6E12B000-A95E-457F-9EAC-98AEE4A6B07D}">
      <dgm:prSet/>
      <dgm:spPr/>
      <dgm:t>
        <a:bodyPr/>
        <a:lstStyle/>
        <a:p>
          <a:endParaRPr lang="en-IN"/>
        </a:p>
      </dgm:t>
    </dgm:pt>
    <dgm:pt modelId="{98C7A108-28E0-4403-83CD-4DE895D5492C}">
      <dgm:prSet/>
      <dgm:spPr/>
      <dgm:t>
        <a:bodyPr/>
        <a:lstStyle/>
        <a:p>
          <a:r>
            <a:rPr lang="en-US" dirty="0"/>
            <a:t>Trace RTL</a:t>
          </a:r>
          <a:endParaRPr lang="en-IN" dirty="0"/>
        </a:p>
      </dgm:t>
    </dgm:pt>
    <dgm:pt modelId="{FD7E5AC2-26FE-4132-A11B-2CC742B9AD49}" type="parTrans" cxnId="{7984F815-17D7-4AEA-AAD4-AC9AF1754AD1}">
      <dgm:prSet/>
      <dgm:spPr/>
      <dgm:t>
        <a:bodyPr/>
        <a:lstStyle/>
        <a:p>
          <a:endParaRPr lang="en-IN"/>
        </a:p>
      </dgm:t>
    </dgm:pt>
    <dgm:pt modelId="{34E392AE-CA83-49E6-A54D-9BA3ED5E95A1}" type="sibTrans" cxnId="{7984F815-17D7-4AEA-AAD4-AC9AF1754AD1}">
      <dgm:prSet/>
      <dgm:spPr/>
      <dgm:t>
        <a:bodyPr/>
        <a:lstStyle/>
        <a:p>
          <a:endParaRPr lang="en-IN"/>
        </a:p>
      </dgm:t>
    </dgm:pt>
    <dgm:pt modelId="{9BD157DC-7D34-4529-9CDD-36B00D4A0705}">
      <dgm:prSet/>
      <dgm:spPr/>
      <dgm:t>
        <a:bodyPr/>
        <a:lstStyle/>
        <a:p>
          <a:r>
            <a:rPr lang="en-US"/>
            <a:t>↓</a:t>
          </a:r>
          <a:endParaRPr lang="en-IN"/>
        </a:p>
      </dgm:t>
    </dgm:pt>
    <dgm:pt modelId="{841A3D54-D2DA-4C63-B55D-254BEA6EE0CA}" type="parTrans" cxnId="{4C0BB53B-9D23-455D-B8F0-0F21AA8EE206}">
      <dgm:prSet/>
      <dgm:spPr/>
      <dgm:t>
        <a:bodyPr/>
        <a:lstStyle/>
        <a:p>
          <a:endParaRPr lang="en-IN"/>
        </a:p>
      </dgm:t>
    </dgm:pt>
    <dgm:pt modelId="{2A6622ED-661C-48C1-BACF-BDF582AA5950}" type="sibTrans" cxnId="{4C0BB53B-9D23-455D-B8F0-0F21AA8EE206}">
      <dgm:prSet/>
      <dgm:spPr/>
      <dgm:t>
        <a:bodyPr/>
        <a:lstStyle/>
        <a:p>
          <a:endParaRPr lang="en-IN"/>
        </a:p>
      </dgm:t>
    </dgm:pt>
    <dgm:pt modelId="{C735B57F-FB20-4503-BAE1-E6C27DC32617}">
      <dgm:prSet/>
      <dgm:spPr/>
      <dgm:t>
        <a:bodyPr/>
        <a:lstStyle/>
        <a:p>
          <a:r>
            <a:rPr lang="en-US"/>
            <a:t>Inspect Waveform</a:t>
          </a:r>
          <a:endParaRPr lang="en-IN"/>
        </a:p>
      </dgm:t>
    </dgm:pt>
    <dgm:pt modelId="{728F68FB-0663-4FE6-A145-6456B1D0ACD8}" type="parTrans" cxnId="{88DA18FD-7A22-41BC-AACD-738FDE53B2FE}">
      <dgm:prSet/>
      <dgm:spPr/>
      <dgm:t>
        <a:bodyPr/>
        <a:lstStyle/>
        <a:p>
          <a:endParaRPr lang="en-IN"/>
        </a:p>
      </dgm:t>
    </dgm:pt>
    <dgm:pt modelId="{170BD64A-9DF2-47DD-A830-AAEBFA04E5F1}" type="sibTrans" cxnId="{88DA18FD-7A22-41BC-AACD-738FDE53B2FE}">
      <dgm:prSet/>
      <dgm:spPr/>
      <dgm:t>
        <a:bodyPr/>
        <a:lstStyle/>
        <a:p>
          <a:endParaRPr lang="en-IN"/>
        </a:p>
      </dgm:t>
    </dgm:pt>
    <dgm:pt modelId="{C80BA958-1875-4790-95BE-3319113AE892}">
      <dgm:prSet/>
      <dgm:spPr/>
      <dgm:t>
        <a:bodyPr/>
        <a:lstStyle/>
        <a:p>
          <a:r>
            <a:rPr lang="en-US"/>
            <a:t>↓</a:t>
          </a:r>
          <a:endParaRPr lang="en-IN"/>
        </a:p>
      </dgm:t>
    </dgm:pt>
    <dgm:pt modelId="{C445D7E8-D2F4-45C0-8F71-0E7970EC0520}" type="parTrans" cxnId="{EA13C52D-D106-429A-B978-E2F4EF3CC01E}">
      <dgm:prSet/>
      <dgm:spPr/>
      <dgm:t>
        <a:bodyPr/>
        <a:lstStyle/>
        <a:p>
          <a:endParaRPr lang="en-IN"/>
        </a:p>
      </dgm:t>
    </dgm:pt>
    <dgm:pt modelId="{9366A0B3-7D66-472D-92AD-B042553A3BAC}" type="sibTrans" cxnId="{EA13C52D-D106-429A-B978-E2F4EF3CC01E}">
      <dgm:prSet/>
      <dgm:spPr/>
      <dgm:t>
        <a:bodyPr/>
        <a:lstStyle/>
        <a:p>
          <a:endParaRPr lang="en-IN"/>
        </a:p>
      </dgm:t>
    </dgm:pt>
    <dgm:pt modelId="{06BF7DC1-76C1-4D2B-8688-9C2E1CC4BF3B}">
      <dgm:prSet/>
      <dgm:spPr/>
      <dgm:t>
        <a:bodyPr/>
        <a:lstStyle/>
        <a:p>
          <a:r>
            <a:rPr lang="en-US"/>
            <a:t>Check Specification</a:t>
          </a:r>
          <a:endParaRPr lang="en-IN"/>
        </a:p>
      </dgm:t>
    </dgm:pt>
    <dgm:pt modelId="{46868B91-7479-44D3-BA9B-0C07C5191190}" type="parTrans" cxnId="{BA0F491A-31EE-4438-AD56-9A049ED2B614}">
      <dgm:prSet/>
      <dgm:spPr/>
      <dgm:t>
        <a:bodyPr/>
        <a:lstStyle/>
        <a:p>
          <a:endParaRPr lang="en-IN"/>
        </a:p>
      </dgm:t>
    </dgm:pt>
    <dgm:pt modelId="{9607E63B-58EE-47EA-9E14-0A25F3469EDB}" type="sibTrans" cxnId="{BA0F491A-31EE-4438-AD56-9A049ED2B614}">
      <dgm:prSet/>
      <dgm:spPr/>
      <dgm:t>
        <a:bodyPr/>
        <a:lstStyle/>
        <a:p>
          <a:endParaRPr lang="en-IN"/>
        </a:p>
      </dgm:t>
    </dgm:pt>
    <dgm:pt modelId="{3B650E6C-9E65-47AC-9DC1-43744A90F781}">
      <dgm:prSet/>
      <dgm:spPr/>
      <dgm:t>
        <a:bodyPr/>
        <a:lstStyle/>
        <a:p>
          <a:r>
            <a:rPr lang="en-US"/>
            <a:t>↓</a:t>
          </a:r>
          <a:endParaRPr lang="en-IN"/>
        </a:p>
      </dgm:t>
    </dgm:pt>
    <dgm:pt modelId="{8E6C3918-C1AC-469F-A548-10CAEE3202E3}" type="parTrans" cxnId="{8871FD41-7985-4289-8EFC-95DA461F2379}">
      <dgm:prSet/>
      <dgm:spPr/>
      <dgm:t>
        <a:bodyPr/>
        <a:lstStyle/>
        <a:p>
          <a:endParaRPr lang="en-IN"/>
        </a:p>
      </dgm:t>
    </dgm:pt>
    <dgm:pt modelId="{8AA738DC-A28F-4E65-A0E3-11FC3DB2D543}" type="sibTrans" cxnId="{8871FD41-7985-4289-8EFC-95DA461F2379}">
      <dgm:prSet/>
      <dgm:spPr/>
      <dgm:t>
        <a:bodyPr/>
        <a:lstStyle/>
        <a:p>
          <a:endParaRPr lang="en-IN"/>
        </a:p>
      </dgm:t>
    </dgm:pt>
    <dgm:pt modelId="{610177CF-BE54-4C70-A863-D2BFAFBE6624}">
      <dgm:prSet/>
      <dgm:spPr/>
      <dgm:t>
        <a:bodyPr/>
        <a:lstStyle/>
        <a:p>
          <a:r>
            <a:rPr lang="en-US"/>
            <a:t>Search Previous Issues</a:t>
          </a:r>
          <a:endParaRPr lang="en-IN"/>
        </a:p>
      </dgm:t>
    </dgm:pt>
    <dgm:pt modelId="{8CC9D879-1B58-4C0F-8720-9765EF0F760B}" type="parTrans" cxnId="{9CED85E6-CA20-48C8-BE39-3BBAC8D79FAF}">
      <dgm:prSet/>
      <dgm:spPr/>
      <dgm:t>
        <a:bodyPr/>
        <a:lstStyle/>
        <a:p>
          <a:endParaRPr lang="en-IN"/>
        </a:p>
      </dgm:t>
    </dgm:pt>
    <dgm:pt modelId="{F37F1247-55D6-4F2C-B99F-3740EC98F0D8}" type="sibTrans" cxnId="{9CED85E6-CA20-48C8-BE39-3BBAC8D79FAF}">
      <dgm:prSet/>
      <dgm:spPr/>
      <dgm:t>
        <a:bodyPr/>
        <a:lstStyle/>
        <a:p>
          <a:endParaRPr lang="en-IN"/>
        </a:p>
      </dgm:t>
    </dgm:pt>
    <dgm:pt modelId="{ABEB498D-9789-458C-BA2E-3417246F7F14}">
      <dgm:prSet/>
      <dgm:spPr/>
      <dgm:t>
        <a:bodyPr/>
        <a:lstStyle/>
        <a:p>
          <a:r>
            <a:rPr lang="en-US"/>
            <a:t>↓</a:t>
          </a:r>
          <a:endParaRPr lang="en-IN"/>
        </a:p>
      </dgm:t>
    </dgm:pt>
    <dgm:pt modelId="{858C22D5-9DC0-4161-B123-07F747644203}" type="parTrans" cxnId="{572517DF-D734-4470-A86F-D347A539AE58}">
      <dgm:prSet/>
      <dgm:spPr/>
      <dgm:t>
        <a:bodyPr/>
        <a:lstStyle/>
        <a:p>
          <a:endParaRPr lang="en-IN"/>
        </a:p>
      </dgm:t>
    </dgm:pt>
    <dgm:pt modelId="{3F024E95-9A1D-49A9-91C4-946579D55317}" type="sibTrans" cxnId="{572517DF-D734-4470-A86F-D347A539AE58}">
      <dgm:prSet/>
      <dgm:spPr/>
      <dgm:t>
        <a:bodyPr/>
        <a:lstStyle/>
        <a:p>
          <a:endParaRPr lang="en-IN"/>
        </a:p>
      </dgm:t>
    </dgm:pt>
    <dgm:pt modelId="{4240646A-AE88-4C9F-8663-8CEBF32EBBB7}">
      <dgm:prSet/>
      <dgm:spPr/>
      <dgm:t>
        <a:bodyPr/>
        <a:lstStyle/>
        <a:p>
          <a:r>
            <a:rPr lang="en-US"/>
            <a:t>Identify Root Cause</a:t>
          </a:r>
          <a:endParaRPr lang="en-IN"/>
        </a:p>
      </dgm:t>
    </dgm:pt>
    <dgm:pt modelId="{2F2CC138-A934-497C-8482-B314BFA136BF}" type="parTrans" cxnId="{8E80A00A-C56E-400F-B4F4-209AD33BE786}">
      <dgm:prSet/>
      <dgm:spPr/>
      <dgm:t>
        <a:bodyPr/>
        <a:lstStyle/>
        <a:p>
          <a:endParaRPr lang="en-IN"/>
        </a:p>
      </dgm:t>
    </dgm:pt>
    <dgm:pt modelId="{1B28405A-7DFC-4234-AB9A-7D083D79290C}" type="sibTrans" cxnId="{8E80A00A-C56E-400F-B4F4-209AD33BE786}">
      <dgm:prSet/>
      <dgm:spPr/>
      <dgm:t>
        <a:bodyPr/>
        <a:lstStyle/>
        <a:p>
          <a:endParaRPr lang="en-IN"/>
        </a:p>
      </dgm:t>
    </dgm:pt>
    <dgm:pt modelId="{61EAFFDA-277A-463E-8911-F2DF8C28077C}">
      <dgm:prSet/>
      <dgm:spPr/>
      <dgm:t>
        <a:bodyPr/>
        <a:lstStyle/>
        <a:p>
          <a:r>
            <a:rPr lang="en-US"/>
            <a:t>↓</a:t>
          </a:r>
          <a:endParaRPr lang="en-IN"/>
        </a:p>
      </dgm:t>
    </dgm:pt>
    <dgm:pt modelId="{DF49D85D-BF8F-40A4-98F6-5385D1B9D88B}" type="parTrans" cxnId="{DEA851F9-7AF9-4FF4-9498-706E1BF92BA9}">
      <dgm:prSet/>
      <dgm:spPr/>
      <dgm:t>
        <a:bodyPr/>
        <a:lstStyle/>
        <a:p>
          <a:endParaRPr lang="en-IN"/>
        </a:p>
      </dgm:t>
    </dgm:pt>
    <dgm:pt modelId="{9FD36D7D-66BB-4A63-A07D-58C17FD21753}" type="sibTrans" cxnId="{DEA851F9-7AF9-4FF4-9498-706E1BF92BA9}">
      <dgm:prSet/>
      <dgm:spPr/>
      <dgm:t>
        <a:bodyPr/>
        <a:lstStyle/>
        <a:p>
          <a:endParaRPr lang="en-IN"/>
        </a:p>
      </dgm:t>
    </dgm:pt>
    <dgm:pt modelId="{D313E60B-98F8-4C46-97DF-B1A2D87B79DC}">
      <dgm:prSet/>
      <dgm:spPr/>
      <dgm:t>
        <a:bodyPr/>
        <a:lstStyle/>
        <a:p>
          <a:r>
            <a:rPr lang="en-US"/>
            <a:t>Create Issue / Report</a:t>
          </a:r>
          <a:endParaRPr lang="en-IN"/>
        </a:p>
      </dgm:t>
    </dgm:pt>
    <dgm:pt modelId="{51F0DCD0-8741-41B0-AD75-27973150D8E1}" type="parTrans" cxnId="{4248E0F7-0FA1-4654-A7F4-E1DBD5B4429F}">
      <dgm:prSet/>
      <dgm:spPr/>
      <dgm:t>
        <a:bodyPr/>
        <a:lstStyle/>
        <a:p>
          <a:endParaRPr lang="en-IN"/>
        </a:p>
      </dgm:t>
    </dgm:pt>
    <dgm:pt modelId="{85B50014-009D-424A-B780-C3ECBF744AC6}" type="sibTrans" cxnId="{4248E0F7-0FA1-4654-A7F4-E1DBD5B4429F}">
      <dgm:prSet/>
      <dgm:spPr/>
      <dgm:t>
        <a:bodyPr/>
        <a:lstStyle/>
        <a:p>
          <a:endParaRPr lang="en-IN"/>
        </a:p>
      </dgm:t>
    </dgm:pt>
    <dgm:pt modelId="{44499FE9-A370-4C35-87FF-25558B0ADB61}" type="pres">
      <dgm:prSet presAssocID="{5776BAD4-9C12-40B4-B2BA-58A029EC3965}" presName="Name0" presStyleCnt="0">
        <dgm:presLayoutVars>
          <dgm:dir/>
          <dgm:animLvl val="lvl"/>
          <dgm:resizeHandles val="exact"/>
        </dgm:presLayoutVars>
      </dgm:prSet>
      <dgm:spPr/>
    </dgm:pt>
    <dgm:pt modelId="{59C2E210-B0A2-4693-A745-31E52AB98D17}" type="pres">
      <dgm:prSet presAssocID="{33689155-75E9-44DD-AF56-346BDC80942A}" presName="linNode" presStyleCnt="0"/>
      <dgm:spPr/>
    </dgm:pt>
    <dgm:pt modelId="{6B28D0DA-90D3-4484-8CE8-20D6B3170A9A}" type="pres">
      <dgm:prSet presAssocID="{33689155-75E9-44DD-AF56-346BDC80942A}" presName="parentText" presStyleLbl="node1" presStyleIdx="0" presStyleCnt="17">
        <dgm:presLayoutVars>
          <dgm:chMax val="1"/>
          <dgm:bulletEnabled val="1"/>
        </dgm:presLayoutVars>
      </dgm:prSet>
      <dgm:spPr/>
    </dgm:pt>
    <dgm:pt modelId="{E48B80B5-958D-4277-A217-3B2173D83BBB}" type="pres">
      <dgm:prSet presAssocID="{BCBFF1DC-C9DD-4F52-A6EB-6515B1A2D005}" presName="sp" presStyleCnt="0"/>
      <dgm:spPr/>
    </dgm:pt>
    <dgm:pt modelId="{F60CD103-C010-4F0C-8525-B20332F6C1B8}" type="pres">
      <dgm:prSet presAssocID="{FE5036F4-0789-4C91-AD04-5D46535146BF}" presName="linNode" presStyleCnt="0"/>
      <dgm:spPr/>
    </dgm:pt>
    <dgm:pt modelId="{2B18314C-83B7-4CB9-8BE3-E264CE6CCEE3}" type="pres">
      <dgm:prSet presAssocID="{FE5036F4-0789-4C91-AD04-5D46535146BF}" presName="parentText" presStyleLbl="node1" presStyleIdx="1" presStyleCnt="17">
        <dgm:presLayoutVars>
          <dgm:chMax val="1"/>
          <dgm:bulletEnabled val="1"/>
        </dgm:presLayoutVars>
      </dgm:prSet>
      <dgm:spPr/>
    </dgm:pt>
    <dgm:pt modelId="{70550DC7-E8E3-41C6-BA46-8D5FAA6912B5}" type="pres">
      <dgm:prSet presAssocID="{8AFA6E88-1D02-41EB-82F1-78EB22212422}" presName="sp" presStyleCnt="0"/>
      <dgm:spPr/>
    </dgm:pt>
    <dgm:pt modelId="{839039E4-8166-48D3-B98A-15A100A3F8E5}" type="pres">
      <dgm:prSet presAssocID="{A76168D5-4CE7-45F1-94F0-BA803493E70C}" presName="linNode" presStyleCnt="0"/>
      <dgm:spPr/>
    </dgm:pt>
    <dgm:pt modelId="{41AD1F76-0FA2-48A0-9A06-94696EAF23CE}" type="pres">
      <dgm:prSet presAssocID="{A76168D5-4CE7-45F1-94F0-BA803493E70C}" presName="parentText" presStyleLbl="node1" presStyleIdx="2" presStyleCnt="17">
        <dgm:presLayoutVars>
          <dgm:chMax val="1"/>
          <dgm:bulletEnabled val="1"/>
        </dgm:presLayoutVars>
      </dgm:prSet>
      <dgm:spPr/>
    </dgm:pt>
    <dgm:pt modelId="{95B383DA-122F-4738-AB94-EEDB79790849}" type="pres">
      <dgm:prSet presAssocID="{794ED829-4C4A-4785-A6E1-154247009722}" presName="sp" presStyleCnt="0"/>
      <dgm:spPr/>
    </dgm:pt>
    <dgm:pt modelId="{0293B36F-36C5-441F-8DD5-E278B3F4AD4F}" type="pres">
      <dgm:prSet presAssocID="{D14D4A22-59A3-4A6C-87C9-C00E68668D15}" presName="linNode" presStyleCnt="0"/>
      <dgm:spPr/>
    </dgm:pt>
    <dgm:pt modelId="{70FB7192-D6CF-47A9-A6B3-B2AC61864E3F}" type="pres">
      <dgm:prSet presAssocID="{D14D4A22-59A3-4A6C-87C9-C00E68668D15}" presName="parentText" presStyleLbl="node1" presStyleIdx="3" presStyleCnt="17">
        <dgm:presLayoutVars>
          <dgm:chMax val="1"/>
          <dgm:bulletEnabled val="1"/>
        </dgm:presLayoutVars>
      </dgm:prSet>
      <dgm:spPr/>
    </dgm:pt>
    <dgm:pt modelId="{6280C328-6235-4876-B04A-3D7D69B2F1C6}" type="pres">
      <dgm:prSet presAssocID="{3F0273F3-FF82-4E8A-8AC9-FBB595D5B387}" presName="sp" presStyleCnt="0"/>
      <dgm:spPr/>
    </dgm:pt>
    <dgm:pt modelId="{4FCFF461-C025-46E5-A5E1-B77B73675D3C}" type="pres">
      <dgm:prSet presAssocID="{19D5B720-14CC-4C2F-BE3E-CE1939D36285}" presName="linNode" presStyleCnt="0"/>
      <dgm:spPr/>
    </dgm:pt>
    <dgm:pt modelId="{D6945068-EBF3-48AB-9C8D-6EED756C720C}" type="pres">
      <dgm:prSet presAssocID="{19D5B720-14CC-4C2F-BE3E-CE1939D36285}" presName="parentText" presStyleLbl="node1" presStyleIdx="4" presStyleCnt="17">
        <dgm:presLayoutVars>
          <dgm:chMax val="1"/>
          <dgm:bulletEnabled val="1"/>
        </dgm:presLayoutVars>
      </dgm:prSet>
      <dgm:spPr/>
    </dgm:pt>
    <dgm:pt modelId="{DE4FC825-2890-4A69-9733-5B4CD53BBA2E}" type="pres">
      <dgm:prSet presAssocID="{8825385B-DAF7-4135-A19D-17BAFD7ABE1E}" presName="sp" presStyleCnt="0"/>
      <dgm:spPr/>
    </dgm:pt>
    <dgm:pt modelId="{78AC3A3E-85AE-4CAA-992A-C167639DF4BA}" type="pres">
      <dgm:prSet presAssocID="{8B3E3B58-221D-432B-9867-3D254BE1F4BC}" presName="linNode" presStyleCnt="0"/>
      <dgm:spPr/>
    </dgm:pt>
    <dgm:pt modelId="{A166FA1D-207A-4394-8256-BBD1A423C643}" type="pres">
      <dgm:prSet presAssocID="{8B3E3B58-221D-432B-9867-3D254BE1F4BC}" presName="parentText" presStyleLbl="node1" presStyleIdx="5" presStyleCnt="17">
        <dgm:presLayoutVars>
          <dgm:chMax val="1"/>
          <dgm:bulletEnabled val="1"/>
        </dgm:presLayoutVars>
      </dgm:prSet>
      <dgm:spPr/>
    </dgm:pt>
    <dgm:pt modelId="{16DBE58A-131A-43D1-AF68-8D2A3C907210}" type="pres">
      <dgm:prSet presAssocID="{3046D9E1-F254-472F-95A4-6EFC5808D32F}" presName="sp" presStyleCnt="0"/>
      <dgm:spPr/>
    </dgm:pt>
    <dgm:pt modelId="{6BD0B6DA-8AA3-485D-B7B0-F9DCF2A1BBB1}" type="pres">
      <dgm:prSet presAssocID="{98C7A108-28E0-4403-83CD-4DE895D5492C}" presName="linNode" presStyleCnt="0"/>
      <dgm:spPr/>
    </dgm:pt>
    <dgm:pt modelId="{174E65A7-7AD9-4C68-A00A-E57824A6E624}" type="pres">
      <dgm:prSet presAssocID="{98C7A108-28E0-4403-83CD-4DE895D5492C}" presName="parentText" presStyleLbl="node1" presStyleIdx="6" presStyleCnt="17">
        <dgm:presLayoutVars>
          <dgm:chMax val="1"/>
          <dgm:bulletEnabled val="1"/>
        </dgm:presLayoutVars>
      </dgm:prSet>
      <dgm:spPr/>
    </dgm:pt>
    <dgm:pt modelId="{9F90992D-4C64-448C-AF28-170F71A6CA5E}" type="pres">
      <dgm:prSet presAssocID="{34E392AE-CA83-49E6-A54D-9BA3ED5E95A1}" presName="sp" presStyleCnt="0"/>
      <dgm:spPr/>
    </dgm:pt>
    <dgm:pt modelId="{FBE33275-5F2C-49FD-881D-5611F4E0ADE5}" type="pres">
      <dgm:prSet presAssocID="{9BD157DC-7D34-4529-9CDD-36B00D4A0705}" presName="linNode" presStyleCnt="0"/>
      <dgm:spPr/>
    </dgm:pt>
    <dgm:pt modelId="{7BFF75CA-20B8-4843-A698-F7BF35D3CEF8}" type="pres">
      <dgm:prSet presAssocID="{9BD157DC-7D34-4529-9CDD-36B00D4A0705}" presName="parentText" presStyleLbl="node1" presStyleIdx="7" presStyleCnt="17">
        <dgm:presLayoutVars>
          <dgm:chMax val="1"/>
          <dgm:bulletEnabled val="1"/>
        </dgm:presLayoutVars>
      </dgm:prSet>
      <dgm:spPr/>
    </dgm:pt>
    <dgm:pt modelId="{9B7765EE-9DA1-4EDF-B102-F2041A21891C}" type="pres">
      <dgm:prSet presAssocID="{2A6622ED-661C-48C1-BACF-BDF582AA5950}" presName="sp" presStyleCnt="0"/>
      <dgm:spPr/>
    </dgm:pt>
    <dgm:pt modelId="{83D65A77-768D-4779-897E-85313B8654D4}" type="pres">
      <dgm:prSet presAssocID="{C735B57F-FB20-4503-BAE1-E6C27DC32617}" presName="linNode" presStyleCnt="0"/>
      <dgm:spPr/>
    </dgm:pt>
    <dgm:pt modelId="{5AB2F975-8063-4501-A784-2D99DD07D950}" type="pres">
      <dgm:prSet presAssocID="{C735B57F-FB20-4503-BAE1-E6C27DC32617}" presName="parentText" presStyleLbl="node1" presStyleIdx="8" presStyleCnt="17">
        <dgm:presLayoutVars>
          <dgm:chMax val="1"/>
          <dgm:bulletEnabled val="1"/>
        </dgm:presLayoutVars>
      </dgm:prSet>
      <dgm:spPr/>
    </dgm:pt>
    <dgm:pt modelId="{39DB2E97-BA1F-4A9C-9F38-579C7EBD34E9}" type="pres">
      <dgm:prSet presAssocID="{170BD64A-9DF2-47DD-A830-AAEBFA04E5F1}" presName="sp" presStyleCnt="0"/>
      <dgm:spPr/>
    </dgm:pt>
    <dgm:pt modelId="{793D58F3-78AB-406A-8160-9ABA1E582052}" type="pres">
      <dgm:prSet presAssocID="{C80BA958-1875-4790-95BE-3319113AE892}" presName="linNode" presStyleCnt="0"/>
      <dgm:spPr/>
    </dgm:pt>
    <dgm:pt modelId="{A466E861-293C-447D-B0AD-0807153CC0C8}" type="pres">
      <dgm:prSet presAssocID="{C80BA958-1875-4790-95BE-3319113AE892}" presName="parentText" presStyleLbl="node1" presStyleIdx="9" presStyleCnt="17">
        <dgm:presLayoutVars>
          <dgm:chMax val="1"/>
          <dgm:bulletEnabled val="1"/>
        </dgm:presLayoutVars>
      </dgm:prSet>
      <dgm:spPr/>
    </dgm:pt>
    <dgm:pt modelId="{0C93558B-5D28-4BB3-9313-00FA2DF0314D}" type="pres">
      <dgm:prSet presAssocID="{9366A0B3-7D66-472D-92AD-B042553A3BAC}" presName="sp" presStyleCnt="0"/>
      <dgm:spPr/>
    </dgm:pt>
    <dgm:pt modelId="{FC3F8E87-0729-4AB0-A329-C026752C1394}" type="pres">
      <dgm:prSet presAssocID="{06BF7DC1-76C1-4D2B-8688-9C2E1CC4BF3B}" presName="linNode" presStyleCnt="0"/>
      <dgm:spPr/>
    </dgm:pt>
    <dgm:pt modelId="{C280400F-DBCA-4388-A728-2C6D3EA52DE1}" type="pres">
      <dgm:prSet presAssocID="{06BF7DC1-76C1-4D2B-8688-9C2E1CC4BF3B}" presName="parentText" presStyleLbl="node1" presStyleIdx="10" presStyleCnt="17">
        <dgm:presLayoutVars>
          <dgm:chMax val="1"/>
          <dgm:bulletEnabled val="1"/>
        </dgm:presLayoutVars>
      </dgm:prSet>
      <dgm:spPr/>
    </dgm:pt>
    <dgm:pt modelId="{CFD2AF6E-1A46-438B-8533-D61F61451404}" type="pres">
      <dgm:prSet presAssocID="{9607E63B-58EE-47EA-9E14-0A25F3469EDB}" presName="sp" presStyleCnt="0"/>
      <dgm:spPr/>
    </dgm:pt>
    <dgm:pt modelId="{AFDE6884-C17D-4FE7-BAD9-CC14FD3C503D}" type="pres">
      <dgm:prSet presAssocID="{3B650E6C-9E65-47AC-9DC1-43744A90F781}" presName="linNode" presStyleCnt="0"/>
      <dgm:spPr/>
    </dgm:pt>
    <dgm:pt modelId="{2BA23783-5A06-4D97-B5D8-E6FE3F0B0080}" type="pres">
      <dgm:prSet presAssocID="{3B650E6C-9E65-47AC-9DC1-43744A90F781}" presName="parentText" presStyleLbl="node1" presStyleIdx="11" presStyleCnt="17">
        <dgm:presLayoutVars>
          <dgm:chMax val="1"/>
          <dgm:bulletEnabled val="1"/>
        </dgm:presLayoutVars>
      </dgm:prSet>
      <dgm:spPr/>
    </dgm:pt>
    <dgm:pt modelId="{60CBD477-DCEA-4A3F-94CD-E701F2E5FF69}" type="pres">
      <dgm:prSet presAssocID="{8AA738DC-A28F-4E65-A0E3-11FC3DB2D543}" presName="sp" presStyleCnt="0"/>
      <dgm:spPr/>
    </dgm:pt>
    <dgm:pt modelId="{D83E33BC-7399-4525-B423-322837370B81}" type="pres">
      <dgm:prSet presAssocID="{610177CF-BE54-4C70-A863-D2BFAFBE6624}" presName="linNode" presStyleCnt="0"/>
      <dgm:spPr/>
    </dgm:pt>
    <dgm:pt modelId="{21E9601F-4A8D-4766-BAF8-C31BE12BEE74}" type="pres">
      <dgm:prSet presAssocID="{610177CF-BE54-4C70-A863-D2BFAFBE6624}" presName="parentText" presStyleLbl="node1" presStyleIdx="12" presStyleCnt="17">
        <dgm:presLayoutVars>
          <dgm:chMax val="1"/>
          <dgm:bulletEnabled val="1"/>
        </dgm:presLayoutVars>
      </dgm:prSet>
      <dgm:spPr/>
    </dgm:pt>
    <dgm:pt modelId="{7A14FCAB-C3A0-4930-B339-6842A20695C2}" type="pres">
      <dgm:prSet presAssocID="{F37F1247-55D6-4F2C-B99F-3740EC98F0D8}" presName="sp" presStyleCnt="0"/>
      <dgm:spPr/>
    </dgm:pt>
    <dgm:pt modelId="{FFE66AE4-4DAB-4923-99BA-DBAE143DECBD}" type="pres">
      <dgm:prSet presAssocID="{ABEB498D-9789-458C-BA2E-3417246F7F14}" presName="linNode" presStyleCnt="0"/>
      <dgm:spPr/>
    </dgm:pt>
    <dgm:pt modelId="{56B2F69B-CD9B-4591-855E-3C43566ECD35}" type="pres">
      <dgm:prSet presAssocID="{ABEB498D-9789-458C-BA2E-3417246F7F14}" presName="parentText" presStyleLbl="node1" presStyleIdx="13" presStyleCnt="17">
        <dgm:presLayoutVars>
          <dgm:chMax val="1"/>
          <dgm:bulletEnabled val="1"/>
        </dgm:presLayoutVars>
      </dgm:prSet>
      <dgm:spPr/>
    </dgm:pt>
    <dgm:pt modelId="{0EE25F88-973C-42F5-9DD7-264864526483}" type="pres">
      <dgm:prSet presAssocID="{3F024E95-9A1D-49A9-91C4-946579D55317}" presName="sp" presStyleCnt="0"/>
      <dgm:spPr/>
    </dgm:pt>
    <dgm:pt modelId="{C17504F4-461F-4A14-A4DA-716F9E72A77A}" type="pres">
      <dgm:prSet presAssocID="{4240646A-AE88-4C9F-8663-8CEBF32EBBB7}" presName="linNode" presStyleCnt="0"/>
      <dgm:spPr/>
    </dgm:pt>
    <dgm:pt modelId="{2505F902-8025-4064-B7C9-E5E87289300C}" type="pres">
      <dgm:prSet presAssocID="{4240646A-AE88-4C9F-8663-8CEBF32EBBB7}" presName="parentText" presStyleLbl="node1" presStyleIdx="14" presStyleCnt="17">
        <dgm:presLayoutVars>
          <dgm:chMax val="1"/>
          <dgm:bulletEnabled val="1"/>
        </dgm:presLayoutVars>
      </dgm:prSet>
      <dgm:spPr/>
    </dgm:pt>
    <dgm:pt modelId="{85149D3F-F380-4B49-9CBB-E08ECFC0756A}" type="pres">
      <dgm:prSet presAssocID="{1B28405A-7DFC-4234-AB9A-7D083D79290C}" presName="sp" presStyleCnt="0"/>
      <dgm:spPr/>
    </dgm:pt>
    <dgm:pt modelId="{8B02EAC3-4758-44A2-BFF9-A5FBF22ACD89}" type="pres">
      <dgm:prSet presAssocID="{61EAFFDA-277A-463E-8911-F2DF8C28077C}" presName="linNode" presStyleCnt="0"/>
      <dgm:spPr/>
    </dgm:pt>
    <dgm:pt modelId="{65804457-1C06-4650-830C-60C206CB2018}" type="pres">
      <dgm:prSet presAssocID="{61EAFFDA-277A-463E-8911-F2DF8C28077C}" presName="parentText" presStyleLbl="node1" presStyleIdx="15" presStyleCnt="17">
        <dgm:presLayoutVars>
          <dgm:chMax val="1"/>
          <dgm:bulletEnabled val="1"/>
        </dgm:presLayoutVars>
      </dgm:prSet>
      <dgm:spPr/>
    </dgm:pt>
    <dgm:pt modelId="{8DDC8486-F917-40A7-9ECB-4E5C05F12E80}" type="pres">
      <dgm:prSet presAssocID="{9FD36D7D-66BB-4A63-A07D-58C17FD21753}" presName="sp" presStyleCnt="0"/>
      <dgm:spPr/>
    </dgm:pt>
    <dgm:pt modelId="{EAD56AC5-91F8-4399-81EC-346BF6E5C943}" type="pres">
      <dgm:prSet presAssocID="{D313E60B-98F8-4C46-97DF-B1A2D87B79DC}" presName="linNode" presStyleCnt="0"/>
      <dgm:spPr/>
    </dgm:pt>
    <dgm:pt modelId="{26137901-749A-41B1-8840-E67035C5760D}" type="pres">
      <dgm:prSet presAssocID="{D313E60B-98F8-4C46-97DF-B1A2D87B79DC}" presName="parentText" presStyleLbl="node1" presStyleIdx="16" presStyleCnt="17">
        <dgm:presLayoutVars>
          <dgm:chMax val="1"/>
          <dgm:bulletEnabled val="1"/>
        </dgm:presLayoutVars>
      </dgm:prSet>
      <dgm:spPr/>
    </dgm:pt>
  </dgm:ptLst>
  <dgm:cxnLst>
    <dgm:cxn modelId="{6E12B000-A95E-457F-9EAC-98AEE4A6B07D}" srcId="{5776BAD4-9C12-40B4-B2BA-58A029EC3965}" destId="{8B3E3B58-221D-432B-9867-3D254BE1F4BC}" srcOrd="5" destOrd="0" parTransId="{C73F0FC2-329E-4DE8-87FE-88A366EAF763}" sibTransId="{3046D9E1-F254-472F-95A4-6EFC5808D32F}"/>
    <dgm:cxn modelId="{8E80A00A-C56E-400F-B4F4-209AD33BE786}" srcId="{5776BAD4-9C12-40B4-B2BA-58A029EC3965}" destId="{4240646A-AE88-4C9F-8663-8CEBF32EBBB7}" srcOrd="14" destOrd="0" parTransId="{2F2CC138-A934-497C-8482-B314BFA136BF}" sibTransId="{1B28405A-7DFC-4234-AB9A-7D083D79290C}"/>
    <dgm:cxn modelId="{7984F815-17D7-4AEA-AAD4-AC9AF1754AD1}" srcId="{5776BAD4-9C12-40B4-B2BA-58A029EC3965}" destId="{98C7A108-28E0-4403-83CD-4DE895D5492C}" srcOrd="6" destOrd="0" parTransId="{FD7E5AC2-26FE-4132-A11B-2CC742B9AD49}" sibTransId="{34E392AE-CA83-49E6-A54D-9BA3ED5E95A1}"/>
    <dgm:cxn modelId="{BA0F491A-31EE-4438-AD56-9A049ED2B614}" srcId="{5776BAD4-9C12-40B4-B2BA-58A029EC3965}" destId="{06BF7DC1-76C1-4D2B-8688-9C2E1CC4BF3B}" srcOrd="10" destOrd="0" parTransId="{46868B91-7479-44D3-BA9B-0C07C5191190}" sibTransId="{9607E63B-58EE-47EA-9E14-0A25F3469EDB}"/>
    <dgm:cxn modelId="{E4EE8B1E-5F46-49CC-9D33-18431FEECC1A}" type="presOf" srcId="{A76168D5-4CE7-45F1-94F0-BA803493E70C}" destId="{41AD1F76-0FA2-48A0-9A06-94696EAF23CE}" srcOrd="0" destOrd="0" presId="urn:microsoft.com/office/officeart/2005/8/layout/vList5"/>
    <dgm:cxn modelId="{99D48725-D0CD-4EEE-B86F-BA379E8825AE}" type="presOf" srcId="{8B3E3B58-221D-432B-9867-3D254BE1F4BC}" destId="{A166FA1D-207A-4394-8256-BBD1A423C643}" srcOrd="0" destOrd="0" presId="urn:microsoft.com/office/officeart/2005/8/layout/vList5"/>
    <dgm:cxn modelId="{EA13C52D-D106-429A-B978-E2F4EF3CC01E}" srcId="{5776BAD4-9C12-40B4-B2BA-58A029EC3965}" destId="{C80BA958-1875-4790-95BE-3319113AE892}" srcOrd="9" destOrd="0" parTransId="{C445D7E8-D2F4-45C0-8F71-0E7970EC0520}" sibTransId="{9366A0B3-7D66-472D-92AD-B042553A3BAC}"/>
    <dgm:cxn modelId="{DBDEEA2D-9CFB-4DDE-8415-4BA127E5B726}" type="presOf" srcId="{C735B57F-FB20-4503-BAE1-E6C27DC32617}" destId="{5AB2F975-8063-4501-A784-2D99DD07D950}" srcOrd="0" destOrd="0" presId="urn:microsoft.com/office/officeart/2005/8/layout/vList5"/>
    <dgm:cxn modelId="{5D12A030-29CB-4743-8CCB-9B5550C3CF2A}" type="presOf" srcId="{61EAFFDA-277A-463E-8911-F2DF8C28077C}" destId="{65804457-1C06-4650-830C-60C206CB2018}" srcOrd="0" destOrd="0" presId="urn:microsoft.com/office/officeart/2005/8/layout/vList5"/>
    <dgm:cxn modelId="{21DB3C32-50D3-4180-B902-00064D2330F8}" type="presOf" srcId="{06BF7DC1-76C1-4D2B-8688-9C2E1CC4BF3B}" destId="{C280400F-DBCA-4388-A728-2C6D3EA52DE1}" srcOrd="0" destOrd="0" presId="urn:microsoft.com/office/officeart/2005/8/layout/vList5"/>
    <dgm:cxn modelId="{62BE3535-0AAE-4B6D-A5EC-AF38B386BB8F}" srcId="{5776BAD4-9C12-40B4-B2BA-58A029EC3965}" destId="{33689155-75E9-44DD-AF56-346BDC80942A}" srcOrd="0" destOrd="0" parTransId="{BA4D70F2-FC8E-4B5A-8E49-DD63FBB008D2}" sibTransId="{BCBFF1DC-C9DD-4F52-A6EB-6515B1A2D005}"/>
    <dgm:cxn modelId="{4C0BB53B-9D23-455D-B8F0-0F21AA8EE206}" srcId="{5776BAD4-9C12-40B4-B2BA-58A029EC3965}" destId="{9BD157DC-7D34-4529-9CDD-36B00D4A0705}" srcOrd="7" destOrd="0" parTransId="{841A3D54-D2DA-4C63-B55D-254BEA6EE0CA}" sibTransId="{2A6622ED-661C-48C1-BACF-BDF582AA5950}"/>
    <dgm:cxn modelId="{0D81CA5D-08E4-425F-B949-288BCC55F46F}" srcId="{5776BAD4-9C12-40B4-B2BA-58A029EC3965}" destId="{19D5B720-14CC-4C2F-BE3E-CE1939D36285}" srcOrd="4" destOrd="0" parTransId="{F2DA9F40-734F-496C-9083-BA6497392E22}" sibTransId="{8825385B-DAF7-4135-A19D-17BAFD7ABE1E}"/>
    <dgm:cxn modelId="{1B5EF15E-FBAA-4B35-B3DA-6C85122CBF48}" type="presOf" srcId="{98C7A108-28E0-4403-83CD-4DE895D5492C}" destId="{174E65A7-7AD9-4C68-A00A-E57824A6E624}" srcOrd="0" destOrd="0" presId="urn:microsoft.com/office/officeart/2005/8/layout/vList5"/>
    <dgm:cxn modelId="{3410EF60-BC9C-4350-AD23-DDE7CF0C7C11}" type="presOf" srcId="{3B650E6C-9E65-47AC-9DC1-43744A90F781}" destId="{2BA23783-5A06-4D97-B5D8-E6FE3F0B0080}" srcOrd="0" destOrd="0" presId="urn:microsoft.com/office/officeart/2005/8/layout/vList5"/>
    <dgm:cxn modelId="{8871FD41-7985-4289-8EFC-95DA461F2379}" srcId="{5776BAD4-9C12-40B4-B2BA-58A029EC3965}" destId="{3B650E6C-9E65-47AC-9DC1-43744A90F781}" srcOrd="11" destOrd="0" parTransId="{8E6C3918-C1AC-469F-A548-10CAEE3202E3}" sibTransId="{8AA738DC-A28F-4E65-A0E3-11FC3DB2D543}"/>
    <dgm:cxn modelId="{0212FC63-93FA-4526-9271-BBCDA76DC33D}" srcId="{5776BAD4-9C12-40B4-B2BA-58A029EC3965}" destId="{A76168D5-4CE7-45F1-94F0-BA803493E70C}" srcOrd="2" destOrd="0" parTransId="{1BB2975C-A473-49C1-9EA0-6CB86C79ED78}" sibTransId="{794ED829-4C4A-4785-A6E1-154247009722}"/>
    <dgm:cxn modelId="{CEE1A36D-1941-45B1-BBBD-12509E082EA4}" type="presOf" srcId="{D14D4A22-59A3-4A6C-87C9-C00E68668D15}" destId="{70FB7192-D6CF-47A9-A6B3-B2AC61864E3F}" srcOrd="0" destOrd="0" presId="urn:microsoft.com/office/officeart/2005/8/layout/vList5"/>
    <dgm:cxn modelId="{7377E24D-ED6C-4110-9B1C-1E64CD050BE7}" type="presOf" srcId="{D313E60B-98F8-4C46-97DF-B1A2D87B79DC}" destId="{26137901-749A-41B1-8840-E67035C5760D}" srcOrd="0" destOrd="0" presId="urn:microsoft.com/office/officeart/2005/8/layout/vList5"/>
    <dgm:cxn modelId="{13960173-1DF8-4975-8A6E-5A37F6728D00}" srcId="{5776BAD4-9C12-40B4-B2BA-58A029EC3965}" destId="{FE5036F4-0789-4C91-AD04-5D46535146BF}" srcOrd="1" destOrd="0" parTransId="{44A8DF9C-AF81-4237-8EC4-D7B49E9B9AD9}" sibTransId="{8AFA6E88-1D02-41EB-82F1-78EB22212422}"/>
    <dgm:cxn modelId="{09225456-4505-4F9E-A042-CBD3D494970D}" srcId="{5776BAD4-9C12-40B4-B2BA-58A029EC3965}" destId="{D14D4A22-59A3-4A6C-87C9-C00E68668D15}" srcOrd="3" destOrd="0" parTransId="{8E344DB8-C35C-4A20-A613-D2C59328C8FB}" sibTransId="{3F0273F3-FF82-4E8A-8AC9-FBB595D5B387}"/>
    <dgm:cxn modelId="{909BD77C-8C48-4AF4-BC57-0A6B39F4EC37}" type="presOf" srcId="{C80BA958-1875-4790-95BE-3319113AE892}" destId="{A466E861-293C-447D-B0AD-0807153CC0C8}" srcOrd="0" destOrd="0" presId="urn:microsoft.com/office/officeart/2005/8/layout/vList5"/>
    <dgm:cxn modelId="{581E19AF-4035-46A4-AB19-10F10FB05CCA}" type="presOf" srcId="{33689155-75E9-44DD-AF56-346BDC80942A}" destId="{6B28D0DA-90D3-4484-8CE8-20D6B3170A9A}" srcOrd="0" destOrd="0" presId="urn:microsoft.com/office/officeart/2005/8/layout/vList5"/>
    <dgm:cxn modelId="{8B4BBBBF-F889-40C9-8691-CB21F45ACF35}" type="presOf" srcId="{19D5B720-14CC-4C2F-BE3E-CE1939D36285}" destId="{D6945068-EBF3-48AB-9C8D-6EED756C720C}" srcOrd="0" destOrd="0" presId="urn:microsoft.com/office/officeart/2005/8/layout/vList5"/>
    <dgm:cxn modelId="{80C146CA-27F3-479B-9473-C1CE5257894D}" type="presOf" srcId="{610177CF-BE54-4C70-A863-D2BFAFBE6624}" destId="{21E9601F-4A8D-4766-BAF8-C31BE12BEE74}" srcOrd="0" destOrd="0" presId="urn:microsoft.com/office/officeart/2005/8/layout/vList5"/>
    <dgm:cxn modelId="{65C047CC-58BA-4D45-BCF0-AEA1E7C4C219}" type="presOf" srcId="{ABEB498D-9789-458C-BA2E-3417246F7F14}" destId="{56B2F69B-CD9B-4591-855E-3C43566ECD35}" srcOrd="0" destOrd="0" presId="urn:microsoft.com/office/officeart/2005/8/layout/vList5"/>
    <dgm:cxn modelId="{486D38D9-57E5-45FB-B178-49BEEED1D4D3}" type="presOf" srcId="{4240646A-AE88-4C9F-8663-8CEBF32EBBB7}" destId="{2505F902-8025-4064-B7C9-E5E87289300C}" srcOrd="0" destOrd="0" presId="urn:microsoft.com/office/officeart/2005/8/layout/vList5"/>
    <dgm:cxn modelId="{572517DF-D734-4470-A86F-D347A539AE58}" srcId="{5776BAD4-9C12-40B4-B2BA-58A029EC3965}" destId="{ABEB498D-9789-458C-BA2E-3417246F7F14}" srcOrd="13" destOrd="0" parTransId="{858C22D5-9DC0-4161-B123-07F747644203}" sibTransId="{3F024E95-9A1D-49A9-91C4-946579D55317}"/>
    <dgm:cxn modelId="{9CED85E6-CA20-48C8-BE39-3BBAC8D79FAF}" srcId="{5776BAD4-9C12-40B4-B2BA-58A029EC3965}" destId="{610177CF-BE54-4C70-A863-D2BFAFBE6624}" srcOrd="12" destOrd="0" parTransId="{8CC9D879-1B58-4C0F-8720-9765EF0F760B}" sibTransId="{F37F1247-55D6-4F2C-B99F-3740EC98F0D8}"/>
    <dgm:cxn modelId="{4248E0F7-0FA1-4654-A7F4-E1DBD5B4429F}" srcId="{5776BAD4-9C12-40B4-B2BA-58A029EC3965}" destId="{D313E60B-98F8-4C46-97DF-B1A2D87B79DC}" srcOrd="16" destOrd="0" parTransId="{51F0DCD0-8741-41B0-AD75-27973150D8E1}" sibTransId="{85B50014-009D-424A-B780-C3ECBF744AC6}"/>
    <dgm:cxn modelId="{846BCEF8-4B45-4455-85DF-056C2D14E93E}" type="presOf" srcId="{9BD157DC-7D34-4529-9CDD-36B00D4A0705}" destId="{7BFF75CA-20B8-4843-A698-F7BF35D3CEF8}" srcOrd="0" destOrd="0" presId="urn:microsoft.com/office/officeart/2005/8/layout/vList5"/>
    <dgm:cxn modelId="{DEA851F9-7AF9-4FF4-9498-706E1BF92BA9}" srcId="{5776BAD4-9C12-40B4-B2BA-58A029EC3965}" destId="{61EAFFDA-277A-463E-8911-F2DF8C28077C}" srcOrd="15" destOrd="0" parTransId="{DF49D85D-BF8F-40A4-98F6-5385D1B9D88B}" sibTransId="{9FD36D7D-66BB-4A63-A07D-58C17FD21753}"/>
    <dgm:cxn modelId="{C94F64FA-AAA6-4054-9BA4-82AF5EBD7CFE}" type="presOf" srcId="{FE5036F4-0789-4C91-AD04-5D46535146BF}" destId="{2B18314C-83B7-4CB9-8BE3-E264CE6CCEE3}" srcOrd="0" destOrd="0" presId="urn:microsoft.com/office/officeart/2005/8/layout/vList5"/>
    <dgm:cxn modelId="{6DDBAEFB-7E40-40F8-BAC9-98075D8646F4}" type="presOf" srcId="{5776BAD4-9C12-40B4-B2BA-58A029EC3965}" destId="{44499FE9-A370-4C35-87FF-25558B0ADB61}" srcOrd="0" destOrd="0" presId="urn:microsoft.com/office/officeart/2005/8/layout/vList5"/>
    <dgm:cxn modelId="{88DA18FD-7A22-41BC-AACD-738FDE53B2FE}" srcId="{5776BAD4-9C12-40B4-B2BA-58A029EC3965}" destId="{C735B57F-FB20-4503-BAE1-E6C27DC32617}" srcOrd="8" destOrd="0" parTransId="{728F68FB-0663-4FE6-A145-6456B1D0ACD8}" sibTransId="{170BD64A-9DF2-47DD-A830-AAEBFA04E5F1}"/>
    <dgm:cxn modelId="{2F5ED2C3-1EC4-446E-9183-1474930AD30E}" type="presParOf" srcId="{44499FE9-A370-4C35-87FF-25558B0ADB61}" destId="{59C2E210-B0A2-4693-A745-31E52AB98D17}" srcOrd="0" destOrd="0" presId="urn:microsoft.com/office/officeart/2005/8/layout/vList5"/>
    <dgm:cxn modelId="{85E87FA6-4AE9-429F-A533-9C0099E16516}" type="presParOf" srcId="{59C2E210-B0A2-4693-A745-31E52AB98D17}" destId="{6B28D0DA-90D3-4484-8CE8-20D6B3170A9A}" srcOrd="0" destOrd="0" presId="urn:microsoft.com/office/officeart/2005/8/layout/vList5"/>
    <dgm:cxn modelId="{9488129E-18C2-44A3-8228-B0284C24D685}" type="presParOf" srcId="{44499FE9-A370-4C35-87FF-25558B0ADB61}" destId="{E48B80B5-958D-4277-A217-3B2173D83BBB}" srcOrd="1" destOrd="0" presId="urn:microsoft.com/office/officeart/2005/8/layout/vList5"/>
    <dgm:cxn modelId="{BBFC223E-7040-4E1D-B07E-2278C826AD78}" type="presParOf" srcId="{44499FE9-A370-4C35-87FF-25558B0ADB61}" destId="{F60CD103-C010-4F0C-8525-B20332F6C1B8}" srcOrd="2" destOrd="0" presId="urn:microsoft.com/office/officeart/2005/8/layout/vList5"/>
    <dgm:cxn modelId="{1719436B-7EB7-411B-AB16-CE4649F2FC48}" type="presParOf" srcId="{F60CD103-C010-4F0C-8525-B20332F6C1B8}" destId="{2B18314C-83B7-4CB9-8BE3-E264CE6CCEE3}" srcOrd="0" destOrd="0" presId="urn:microsoft.com/office/officeart/2005/8/layout/vList5"/>
    <dgm:cxn modelId="{EF40C022-6D6A-4C26-8385-2AE52907F357}" type="presParOf" srcId="{44499FE9-A370-4C35-87FF-25558B0ADB61}" destId="{70550DC7-E8E3-41C6-BA46-8D5FAA6912B5}" srcOrd="3" destOrd="0" presId="urn:microsoft.com/office/officeart/2005/8/layout/vList5"/>
    <dgm:cxn modelId="{AFECFB48-AC1D-4C5D-99D2-30057A08FEAC}" type="presParOf" srcId="{44499FE9-A370-4C35-87FF-25558B0ADB61}" destId="{839039E4-8166-48D3-B98A-15A100A3F8E5}" srcOrd="4" destOrd="0" presId="urn:microsoft.com/office/officeart/2005/8/layout/vList5"/>
    <dgm:cxn modelId="{49C250F6-D24E-49E6-9B5B-15F6ED7CC4D1}" type="presParOf" srcId="{839039E4-8166-48D3-B98A-15A100A3F8E5}" destId="{41AD1F76-0FA2-48A0-9A06-94696EAF23CE}" srcOrd="0" destOrd="0" presId="urn:microsoft.com/office/officeart/2005/8/layout/vList5"/>
    <dgm:cxn modelId="{37149DA2-E9C8-4ADC-8760-1BFD4BC350E9}" type="presParOf" srcId="{44499FE9-A370-4C35-87FF-25558B0ADB61}" destId="{95B383DA-122F-4738-AB94-EEDB79790849}" srcOrd="5" destOrd="0" presId="urn:microsoft.com/office/officeart/2005/8/layout/vList5"/>
    <dgm:cxn modelId="{DC32B45E-3F57-401C-ACB1-F4B9A1BF6060}" type="presParOf" srcId="{44499FE9-A370-4C35-87FF-25558B0ADB61}" destId="{0293B36F-36C5-441F-8DD5-E278B3F4AD4F}" srcOrd="6" destOrd="0" presId="urn:microsoft.com/office/officeart/2005/8/layout/vList5"/>
    <dgm:cxn modelId="{26C8D675-D45E-4FA8-A19B-6542E330E7B8}" type="presParOf" srcId="{0293B36F-36C5-441F-8DD5-E278B3F4AD4F}" destId="{70FB7192-D6CF-47A9-A6B3-B2AC61864E3F}" srcOrd="0" destOrd="0" presId="urn:microsoft.com/office/officeart/2005/8/layout/vList5"/>
    <dgm:cxn modelId="{AA8971B9-6EEB-4AAC-B5D0-28B65621B1EB}" type="presParOf" srcId="{44499FE9-A370-4C35-87FF-25558B0ADB61}" destId="{6280C328-6235-4876-B04A-3D7D69B2F1C6}" srcOrd="7" destOrd="0" presId="urn:microsoft.com/office/officeart/2005/8/layout/vList5"/>
    <dgm:cxn modelId="{DFDFCF41-1C20-4B22-96B4-8132F6B55330}" type="presParOf" srcId="{44499FE9-A370-4C35-87FF-25558B0ADB61}" destId="{4FCFF461-C025-46E5-A5E1-B77B73675D3C}" srcOrd="8" destOrd="0" presId="urn:microsoft.com/office/officeart/2005/8/layout/vList5"/>
    <dgm:cxn modelId="{379DA709-D24E-44B3-9693-08684FFB4222}" type="presParOf" srcId="{4FCFF461-C025-46E5-A5E1-B77B73675D3C}" destId="{D6945068-EBF3-48AB-9C8D-6EED756C720C}" srcOrd="0" destOrd="0" presId="urn:microsoft.com/office/officeart/2005/8/layout/vList5"/>
    <dgm:cxn modelId="{E438034E-F952-4C7F-8403-A70964B58479}" type="presParOf" srcId="{44499FE9-A370-4C35-87FF-25558B0ADB61}" destId="{DE4FC825-2890-4A69-9733-5B4CD53BBA2E}" srcOrd="9" destOrd="0" presId="urn:microsoft.com/office/officeart/2005/8/layout/vList5"/>
    <dgm:cxn modelId="{4860067D-8CD1-4F2B-8CA2-78E15F147D05}" type="presParOf" srcId="{44499FE9-A370-4C35-87FF-25558B0ADB61}" destId="{78AC3A3E-85AE-4CAA-992A-C167639DF4BA}" srcOrd="10" destOrd="0" presId="urn:microsoft.com/office/officeart/2005/8/layout/vList5"/>
    <dgm:cxn modelId="{B65401DF-917A-40A2-A522-A32AC811C20E}" type="presParOf" srcId="{78AC3A3E-85AE-4CAA-992A-C167639DF4BA}" destId="{A166FA1D-207A-4394-8256-BBD1A423C643}" srcOrd="0" destOrd="0" presId="urn:microsoft.com/office/officeart/2005/8/layout/vList5"/>
    <dgm:cxn modelId="{8D0BFE75-D4CE-4A09-81A1-96A3C8E838BB}" type="presParOf" srcId="{44499FE9-A370-4C35-87FF-25558B0ADB61}" destId="{16DBE58A-131A-43D1-AF68-8D2A3C907210}" srcOrd="11" destOrd="0" presId="urn:microsoft.com/office/officeart/2005/8/layout/vList5"/>
    <dgm:cxn modelId="{A20FFF3E-04EF-4BE9-99E6-82F104D7A915}" type="presParOf" srcId="{44499FE9-A370-4C35-87FF-25558B0ADB61}" destId="{6BD0B6DA-8AA3-485D-B7B0-F9DCF2A1BBB1}" srcOrd="12" destOrd="0" presId="urn:microsoft.com/office/officeart/2005/8/layout/vList5"/>
    <dgm:cxn modelId="{C34CA6FD-D33D-4F5F-ABB1-2AF049180E52}" type="presParOf" srcId="{6BD0B6DA-8AA3-485D-B7B0-F9DCF2A1BBB1}" destId="{174E65A7-7AD9-4C68-A00A-E57824A6E624}" srcOrd="0" destOrd="0" presId="urn:microsoft.com/office/officeart/2005/8/layout/vList5"/>
    <dgm:cxn modelId="{75B2CAA2-0FF2-4420-AD70-13CCA4B2D69A}" type="presParOf" srcId="{44499FE9-A370-4C35-87FF-25558B0ADB61}" destId="{9F90992D-4C64-448C-AF28-170F71A6CA5E}" srcOrd="13" destOrd="0" presId="urn:microsoft.com/office/officeart/2005/8/layout/vList5"/>
    <dgm:cxn modelId="{8DB9E1FA-58B6-4AC4-8BB1-82887537A531}" type="presParOf" srcId="{44499FE9-A370-4C35-87FF-25558B0ADB61}" destId="{FBE33275-5F2C-49FD-881D-5611F4E0ADE5}" srcOrd="14" destOrd="0" presId="urn:microsoft.com/office/officeart/2005/8/layout/vList5"/>
    <dgm:cxn modelId="{05EF0602-A34E-49AF-A222-CAC7CF479E85}" type="presParOf" srcId="{FBE33275-5F2C-49FD-881D-5611F4E0ADE5}" destId="{7BFF75CA-20B8-4843-A698-F7BF35D3CEF8}" srcOrd="0" destOrd="0" presId="urn:microsoft.com/office/officeart/2005/8/layout/vList5"/>
    <dgm:cxn modelId="{5913E22C-716E-40C0-A1A5-C4690267F030}" type="presParOf" srcId="{44499FE9-A370-4C35-87FF-25558B0ADB61}" destId="{9B7765EE-9DA1-4EDF-B102-F2041A21891C}" srcOrd="15" destOrd="0" presId="urn:microsoft.com/office/officeart/2005/8/layout/vList5"/>
    <dgm:cxn modelId="{83AA01DC-C0C0-4965-8F64-588CC7C5A41A}" type="presParOf" srcId="{44499FE9-A370-4C35-87FF-25558B0ADB61}" destId="{83D65A77-768D-4779-897E-85313B8654D4}" srcOrd="16" destOrd="0" presId="urn:microsoft.com/office/officeart/2005/8/layout/vList5"/>
    <dgm:cxn modelId="{C687FA1C-9D89-4E1C-A825-74BC83A675D0}" type="presParOf" srcId="{83D65A77-768D-4779-897E-85313B8654D4}" destId="{5AB2F975-8063-4501-A784-2D99DD07D950}" srcOrd="0" destOrd="0" presId="urn:microsoft.com/office/officeart/2005/8/layout/vList5"/>
    <dgm:cxn modelId="{33754339-BFCA-4F83-9770-7FF0E9E8DB5F}" type="presParOf" srcId="{44499FE9-A370-4C35-87FF-25558B0ADB61}" destId="{39DB2E97-BA1F-4A9C-9F38-579C7EBD34E9}" srcOrd="17" destOrd="0" presId="urn:microsoft.com/office/officeart/2005/8/layout/vList5"/>
    <dgm:cxn modelId="{A89F9286-6B8C-4639-9CF7-A981CC29602D}" type="presParOf" srcId="{44499FE9-A370-4C35-87FF-25558B0ADB61}" destId="{793D58F3-78AB-406A-8160-9ABA1E582052}" srcOrd="18" destOrd="0" presId="urn:microsoft.com/office/officeart/2005/8/layout/vList5"/>
    <dgm:cxn modelId="{413474FA-5A3E-45A7-BD3C-8060CC6FB7AC}" type="presParOf" srcId="{793D58F3-78AB-406A-8160-9ABA1E582052}" destId="{A466E861-293C-447D-B0AD-0807153CC0C8}" srcOrd="0" destOrd="0" presId="urn:microsoft.com/office/officeart/2005/8/layout/vList5"/>
    <dgm:cxn modelId="{9A2359B6-5B97-42AE-BC16-B1908209F720}" type="presParOf" srcId="{44499FE9-A370-4C35-87FF-25558B0ADB61}" destId="{0C93558B-5D28-4BB3-9313-00FA2DF0314D}" srcOrd="19" destOrd="0" presId="urn:microsoft.com/office/officeart/2005/8/layout/vList5"/>
    <dgm:cxn modelId="{257A4AAA-8E31-44DE-8327-FB1FE7A0CC5F}" type="presParOf" srcId="{44499FE9-A370-4C35-87FF-25558B0ADB61}" destId="{FC3F8E87-0729-4AB0-A329-C026752C1394}" srcOrd="20" destOrd="0" presId="urn:microsoft.com/office/officeart/2005/8/layout/vList5"/>
    <dgm:cxn modelId="{342A1BCF-B26D-4717-887C-A5A9A3723A44}" type="presParOf" srcId="{FC3F8E87-0729-4AB0-A329-C026752C1394}" destId="{C280400F-DBCA-4388-A728-2C6D3EA52DE1}" srcOrd="0" destOrd="0" presId="urn:microsoft.com/office/officeart/2005/8/layout/vList5"/>
    <dgm:cxn modelId="{A8E22720-20AF-446B-B2F1-8803BC2328A3}" type="presParOf" srcId="{44499FE9-A370-4C35-87FF-25558B0ADB61}" destId="{CFD2AF6E-1A46-438B-8533-D61F61451404}" srcOrd="21" destOrd="0" presId="urn:microsoft.com/office/officeart/2005/8/layout/vList5"/>
    <dgm:cxn modelId="{7D966FEB-4AFB-4E18-833D-97C5FD74BC95}" type="presParOf" srcId="{44499FE9-A370-4C35-87FF-25558B0ADB61}" destId="{AFDE6884-C17D-4FE7-BAD9-CC14FD3C503D}" srcOrd="22" destOrd="0" presId="urn:microsoft.com/office/officeart/2005/8/layout/vList5"/>
    <dgm:cxn modelId="{41C61A20-24D8-4827-8BFF-174B3EE0DBA3}" type="presParOf" srcId="{AFDE6884-C17D-4FE7-BAD9-CC14FD3C503D}" destId="{2BA23783-5A06-4D97-B5D8-E6FE3F0B0080}" srcOrd="0" destOrd="0" presId="urn:microsoft.com/office/officeart/2005/8/layout/vList5"/>
    <dgm:cxn modelId="{B477FC2A-600D-4DCA-8D4C-3C3E2A1AAD30}" type="presParOf" srcId="{44499FE9-A370-4C35-87FF-25558B0ADB61}" destId="{60CBD477-DCEA-4A3F-94CD-E701F2E5FF69}" srcOrd="23" destOrd="0" presId="urn:microsoft.com/office/officeart/2005/8/layout/vList5"/>
    <dgm:cxn modelId="{27C4C633-4278-4058-A8D0-D1F2FAF585CB}" type="presParOf" srcId="{44499FE9-A370-4C35-87FF-25558B0ADB61}" destId="{D83E33BC-7399-4525-B423-322837370B81}" srcOrd="24" destOrd="0" presId="urn:microsoft.com/office/officeart/2005/8/layout/vList5"/>
    <dgm:cxn modelId="{62B308E0-5D2A-4930-B4F5-2A0460BFB01C}" type="presParOf" srcId="{D83E33BC-7399-4525-B423-322837370B81}" destId="{21E9601F-4A8D-4766-BAF8-C31BE12BEE74}" srcOrd="0" destOrd="0" presId="urn:microsoft.com/office/officeart/2005/8/layout/vList5"/>
    <dgm:cxn modelId="{B7E9A9E6-4F9A-4879-A4FB-5D8A8298C519}" type="presParOf" srcId="{44499FE9-A370-4C35-87FF-25558B0ADB61}" destId="{7A14FCAB-C3A0-4930-B339-6842A20695C2}" srcOrd="25" destOrd="0" presId="urn:microsoft.com/office/officeart/2005/8/layout/vList5"/>
    <dgm:cxn modelId="{0811C7E7-1434-4EC8-9C88-4D0AA8C21F24}" type="presParOf" srcId="{44499FE9-A370-4C35-87FF-25558B0ADB61}" destId="{FFE66AE4-4DAB-4923-99BA-DBAE143DECBD}" srcOrd="26" destOrd="0" presId="urn:microsoft.com/office/officeart/2005/8/layout/vList5"/>
    <dgm:cxn modelId="{44E23074-3BA6-465D-8FBF-7C082749C2E8}" type="presParOf" srcId="{FFE66AE4-4DAB-4923-99BA-DBAE143DECBD}" destId="{56B2F69B-CD9B-4591-855E-3C43566ECD35}" srcOrd="0" destOrd="0" presId="urn:microsoft.com/office/officeart/2005/8/layout/vList5"/>
    <dgm:cxn modelId="{FA00613E-1173-47AE-9A87-DCF966B93CDB}" type="presParOf" srcId="{44499FE9-A370-4C35-87FF-25558B0ADB61}" destId="{0EE25F88-973C-42F5-9DD7-264864526483}" srcOrd="27" destOrd="0" presId="urn:microsoft.com/office/officeart/2005/8/layout/vList5"/>
    <dgm:cxn modelId="{D8C5F86C-0DAC-4C4B-9A4B-ABEF6224725F}" type="presParOf" srcId="{44499FE9-A370-4C35-87FF-25558B0ADB61}" destId="{C17504F4-461F-4A14-A4DA-716F9E72A77A}" srcOrd="28" destOrd="0" presId="urn:microsoft.com/office/officeart/2005/8/layout/vList5"/>
    <dgm:cxn modelId="{12C48F77-B219-4966-BD95-5A73AF6946BB}" type="presParOf" srcId="{C17504F4-461F-4A14-A4DA-716F9E72A77A}" destId="{2505F902-8025-4064-B7C9-E5E87289300C}" srcOrd="0" destOrd="0" presId="urn:microsoft.com/office/officeart/2005/8/layout/vList5"/>
    <dgm:cxn modelId="{B03D657F-696C-42EC-8777-4296BCC93A5C}" type="presParOf" srcId="{44499FE9-A370-4C35-87FF-25558B0ADB61}" destId="{85149D3F-F380-4B49-9CBB-E08ECFC0756A}" srcOrd="29" destOrd="0" presId="urn:microsoft.com/office/officeart/2005/8/layout/vList5"/>
    <dgm:cxn modelId="{B6D11773-96CC-4E42-8217-0FD5DED3132C}" type="presParOf" srcId="{44499FE9-A370-4C35-87FF-25558B0ADB61}" destId="{8B02EAC3-4758-44A2-BFF9-A5FBF22ACD89}" srcOrd="30" destOrd="0" presId="urn:microsoft.com/office/officeart/2005/8/layout/vList5"/>
    <dgm:cxn modelId="{68C8F23A-B19C-4867-B12C-8C9587D7147E}" type="presParOf" srcId="{8B02EAC3-4758-44A2-BFF9-A5FBF22ACD89}" destId="{65804457-1C06-4650-830C-60C206CB2018}" srcOrd="0" destOrd="0" presId="urn:microsoft.com/office/officeart/2005/8/layout/vList5"/>
    <dgm:cxn modelId="{E743498F-2FEE-4955-825B-F40FA7165C9F}" type="presParOf" srcId="{44499FE9-A370-4C35-87FF-25558B0ADB61}" destId="{8DDC8486-F917-40A7-9ECB-4E5C05F12E80}" srcOrd="31" destOrd="0" presId="urn:microsoft.com/office/officeart/2005/8/layout/vList5"/>
    <dgm:cxn modelId="{667D6CC8-E09E-4A67-86FE-40A1837C27A4}" type="presParOf" srcId="{44499FE9-A370-4C35-87FF-25558B0ADB61}" destId="{EAD56AC5-91F8-4399-81EC-346BF6E5C943}" srcOrd="32" destOrd="0" presId="urn:microsoft.com/office/officeart/2005/8/layout/vList5"/>
    <dgm:cxn modelId="{7A00B2A0-1EC0-42A5-9FED-E8A7919200E5}" type="presParOf" srcId="{EAD56AC5-91F8-4399-81EC-346BF6E5C943}" destId="{26137901-749A-41B1-8840-E67035C5760D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A240952-050A-4992-A058-FC6C504209FD}" type="doc">
      <dgm:prSet loTypeId="urn:microsoft.com/office/officeart/2005/8/layout/vList5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A390931D-62A0-4BA1-9152-DA21855E89B3}">
      <dgm:prSet/>
      <dgm:spPr/>
      <dgm:t>
        <a:bodyPr/>
        <a:lstStyle/>
        <a:p>
          <a:r>
            <a:rPr lang="en-US"/>
            <a:t>Failure</a:t>
          </a:r>
          <a:endParaRPr lang="en-IN"/>
        </a:p>
      </dgm:t>
    </dgm:pt>
    <dgm:pt modelId="{39D12DF6-F172-4363-8D22-D121D7769B6A}" type="parTrans" cxnId="{9FF88FA1-5A4B-407A-BBE1-9ACB0498C48B}">
      <dgm:prSet/>
      <dgm:spPr/>
      <dgm:t>
        <a:bodyPr/>
        <a:lstStyle/>
        <a:p>
          <a:endParaRPr lang="en-IN"/>
        </a:p>
      </dgm:t>
    </dgm:pt>
    <dgm:pt modelId="{B18E9B00-AF32-4AF8-B560-07A7F1F4BC8D}" type="sibTrans" cxnId="{9FF88FA1-5A4B-407A-BBE1-9ACB0498C48B}">
      <dgm:prSet/>
      <dgm:spPr/>
      <dgm:t>
        <a:bodyPr/>
        <a:lstStyle/>
        <a:p>
          <a:endParaRPr lang="en-IN"/>
        </a:p>
      </dgm:t>
    </dgm:pt>
    <dgm:pt modelId="{7D5DB159-2AD1-4BB0-A12F-12B93664D5CD}">
      <dgm:prSet/>
      <dgm:spPr/>
      <dgm:t>
        <a:bodyPr/>
        <a:lstStyle/>
        <a:p>
          <a:r>
            <a:rPr lang="en-US"/>
            <a:t>↓</a:t>
          </a:r>
          <a:endParaRPr lang="en-IN"/>
        </a:p>
      </dgm:t>
    </dgm:pt>
    <dgm:pt modelId="{987D4112-5842-405C-BA77-04125A84DCD3}" type="parTrans" cxnId="{99869768-4A57-48F4-8350-2A67DDE9D834}">
      <dgm:prSet/>
      <dgm:spPr/>
      <dgm:t>
        <a:bodyPr/>
        <a:lstStyle/>
        <a:p>
          <a:endParaRPr lang="en-IN"/>
        </a:p>
      </dgm:t>
    </dgm:pt>
    <dgm:pt modelId="{3163E169-11EA-4549-8776-288A2EBC1289}" type="sibTrans" cxnId="{99869768-4A57-48F4-8350-2A67DDE9D834}">
      <dgm:prSet/>
      <dgm:spPr/>
      <dgm:t>
        <a:bodyPr/>
        <a:lstStyle/>
        <a:p>
          <a:endParaRPr lang="en-IN"/>
        </a:p>
      </dgm:t>
    </dgm:pt>
    <dgm:pt modelId="{6E95BA8E-7DF8-4082-8D56-EF46496F0FAE}">
      <dgm:prSet/>
      <dgm:spPr/>
      <dgm:t>
        <a:bodyPr/>
        <a:lstStyle/>
        <a:p>
          <a:r>
            <a:rPr lang="en-US"/>
            <a:t>Understand Workspace</a:t>
          </a:r>
          <a:endParaRPr lang="en-IN"/>
        </a:p>
      </dgm:t>
    </dgm:pt>
    <dgm:pt modelId="{035581A2-59B7-4E3E-8E57-BB5C77B5B13A}" type="parTrans" cxnId="{4C1E947B-6AD6-42BD-912C-2E07B5BC8BC3}">
      <dgm:prSet/>
      <dgm:spPr/>
      <dgm:t>
        <a:bodyPr/>
        <a:lstStyle/>
        <a:p>
          <a:endParaRPr lang="en-IN"/>
        </a:p>
      </dgm:t>
    </dgm:pt>
    <dgm:pt modelId="{DEEFD9E9-22D2-4065-84D4-85FAC67B0E28}" type="sibTrans" cxnId="{4C1E947B-6AD6-42BD-912C-2E07B5BC8BC3}">
      <dgm:prSet/>
      <dgm:spPr/>
      <dgm:t>
        <a:bodyPr/>
        <a:lstStyle/>
        <a:p>
          <a:endParaRPr lang="en-IN"/>
        </a:p>
      </dgm:t>
    </dgm:pt>
    <dgm:pt modelId="{AF1D38E7-2BEB-4B2F-88DD-8DF955126B19}">
      <dgm:prSet/>
      <dgm:spPr/>
      <dgm:t>
        <a:bodyPr/>
        <a:lstStyle/>
        <a:p>
          <a:r>
            <a:rPr lang="en-US"/>
            <a:t>↓</a:t>
          </a:r>
          <a:endParaRPr lang="en-IN"/>
        </a:p>
      </dgm:t>
    </dgm:pt>
    <dgm:pt modelId="{5DC278A0-B5E5-46D1-96D1-ED52F34E4A08}" type="parTrans" cxnId="{96E3C231-EC8B-4075-974C-B3ED61678B1F}">
      <dgm:prSet/>
      <dgm:spPr/>
      <dgm:t>
        <a:bodyPr/>
        <a:lstStyle/>
        <a:p>
          <a:endParaRPr lang="en-IN"/>
        </a:p>
      </dgm:t>
    </dgm:pt>
    <dgm:pt modelId="{0DA1FD66-B4D0-4AD9-AA8A-B83A7FD3A2C2}" type="sibTrans" cxnId="{96E3C231-EC8B-4075-974C-B3ED61678B1F}">
      <dgm:prSet/>
      <dgm:spPr/>
      <dgm:t>
        <a:bodyPr/>
        <a:lstStyle/>
        <a:p>
          <a:endParaRPr lang="en-IN"/>
        </a:p>
      </dgm:t>
    </dgm:pt>
    <dgm:pt modelId="{C51D0C26-DDCC-4562-BB5E-4FC90BDEE5D7}">
      <dgm:prSet/>
      <dgm:spPr/>
      <dgm:t>
        <a:bodyPr/>
        <a:lstStyle/>
        <a:p>
          <a:r>
            <a:rPr lang="en-US"/>
            <a:t>Classify Failure</a:t>
          </a:r>
          <a:endParaRPr lang="en-IN"/>
        </a:p>
      </dgm:t>
    </dgm:pt>
    <dgm:pt modelId="{A5CF8853-99E5-4FD5-A29C-5F46BE3FDFA0}" type="parTrans" cxnId="{18BA5B35-BF4C-401E-A71F-1AE94845E2E0}">
      <dgm:prSet/>
      <dgm:spPr/>
      <dgm:t>
        <a:bodyPr/>
        <a:lstStyle/>
        <a:p>
          <a:endParaRPr lang="en-IN"/>
        </a:p>
      </dgm:t>
    </dgm:pt>
    <dgm:pt modelId="{1A1F148D-5B8B-46FD-B348-B8AFEA3686BC}" type="sibTrans" cxnId="{18BA5B35-BF4C-401E-A71F-1AE94845E2E0}">
      <dgm:prSet/>
      <dgm:spPr/>
      <dgm:t>
        <a:bodyPr/>
        <a:lstStyle/>
        <a:p>
          <a:endParaRPr lang="en-IN"/>
        </a:p>
      </dgm:t>
    </dgm:pt>
    <dgm:pt modelId="{891D7B67-96D8-487B-AAFC-A15106A889A3}">
      <dgm:prSet/>
      <dgm:spPr/>
      <dgm:t>
        <a:bodyPr/>
        <a:lstStyle/>
        <a:p>
          <a:r>
            <a:rPr lang="en-US"/>
            <a:t>↓</a:t>
          </a:r>
          <a:endParaRPr lang="en-IN"/>
        </a:p>
      </dgm:t>
    </dgm:pt>
    <dgm:pt modelId="{5D876869-F391-40A5-BBAC-3CAC430E272F}" type="parTrans" cxnId="{D010E1FE-B3AB-431C-B186-B0CE437316C6}">
      <dgm:prSet/>
      <dgm:spPr/>
      <dgm:t>
        <a:bodyPr/>
        <a:lstStyle/>
        <a:p>
          <a:endParaRPr lang="en-IN"/>
        </a:p>
      </dgm:t>
    </dgm:pt>
    <dgm:pt modelId="{D0CEAC1B-CEAF-470C-91E5-58B6A26CF56E}" type="sibTrans" cxnId="{D010E1FE-B3AB-431C-B186-B0CE437316C6}">
      <dgm:prSet/>
      <dgm:spPr/>
      <dgm:t>
        <a:bodyPr/>
        <a:lstStyle/>
        <a:p>
          <a:endParaRPr lang="en-IN"/>
        </a:p>
      </dgm:t>
    </dgm:pt>
    <dgm:pt modelId="{1F2D6565-313F-4297-A698-07B1241CD62E}">
      <dgm:prSet/>
      <dgm:spPr/>
      <dgm:t>
        <a:bodyPr/>
        <a:lstStyle/>
        <a:p>
          <a:r>
            <a:rPr lang="en-US"/>
            <a:t>Search Existing Knowledge</a:t>
          </a:r>
          <a:endParaRPr lang="en-IN"/>
        </a:p>
      </dgm:t>
    </dgm:pt>
    <dgm:pt modelId="{C3B797CD-7D92-470D-8CF0-AEFFA6A8404A}" type="parTrans" cxnId="{3759B447-365A-4D6D-9942-D134C587638C}">
      <dgm:prSet/>
      <dgm:spPr/>
      <dgm:t>
        <a:bodyPr/>
        <a:lstStyle/>
        <a:p>
          <a:endParaRPr lang="en-IN"/>
        </a:p>
      </dgm:t>
    </dgm:pt>
    <dgm:pt modelId="{AC7EB1A9-5B8C-4D3A-AB24-C4E8FC495F00}" type="sibTrans" cxnId="{3759B447-365A-4D6D-9942-D134C587638C}">
      <dgm:prSet/>
      <dgm:spPr/>
      <dgm:t>
        <a:bodyPr/>
        <a:lstStyle/>
        <a:p>
          <a:endParaRPr lang="en-IN"/>
        </a:p>
      </dgm:t>
    </dgm:pt>
    <dgm:pt modelId="{363EBA42-AA73-4B47-9A92-5D7BEF4D76A5}">
      <dgm:prSet/>
      <dgm:spPr/>
      <dgm:t>
        <a:bodyPr/>
        <a:lstStyle/>
        <a:p>
          <a:r>
            <a:rPr lang="en-US"/>
            <a:t>↓</a:t>
          </a:r>
          <a:endParaRPr lang="en-IN"/>
        </a:p>
      </dgm:t>
    </dgm:pt>
    <dgm:pt modelId="{9AD23A3C-54F4-41FF-B4BF-5C6885296F2F}" type="parTrans" cxnId="{F471FE6B-6998-4C4A-8CBE-42662E9FFB56}">
      <dgm:prSet/>
      <dgm:spPr/>
      <dgm:t>
        <a:bodyPr/>
        <a:lstStyle/>
        <a:p>
          <a:endParaRPr lang="en-IN"/>
        </a:p>
      </dgm:t>
    </dgm:pt>
    <dgm:pt modelId="{4BFDDC68-084C-4383-8A07-C13A00E45FEB}" type="sibTrans" cxnId="{F471FE6B-6998-4C4A-8CBE-42662E9FFB56}">
      <dgm:prSet/>
      <dgm:spPr/>
      <dgm:t>
        <a:bodyPr/>
        <a:lstStyle/>
        <a:p>
          <a:endParaRPr lang="en-IN"/>
        </a:p>
      </dgm:t>
    </dgm:pt>
    <dgm:pt modelId="{2CBBD6E8-C2C1-42C9-8EEC-AAFBCB5A0F2D}">
      <dgm:prSet/>
      <dgm:spPr/>
      <dgm:t>
        <a:bodyPr/>
        <a:lstStyle/>
        <a:p>
          <a:r>
            <a:rPr lang="en-US"/>
            <a:t>Select Best Capability</a:t>
          </a:r>
          <a:endParaRPr lang="en-IN"/>
        </a:p>
      </dgm:t>
    </dgm:pt>
    <dgm:pt modelId="{745C1E56-405E-4082-BD70-407B62AC07ED}" type="parTrans" cxnId="{C9EB1CEC-90AC-40DB-99D3-0E180C79E3B1}">
      <dgm:prSet/>
      <dgm:spPr/>
      <dgm:t>
        <a:bodyPr/>
        <a:lstStyle/>
        <a:p>
          <a:endParaRPr lang="en-IN"/>
        </a:p>
      </dgm:t>
    </dgm:pt>
    <dgm:pt modelId="{8C690513-0B44-46CC-AD85-A6DC20826B34}" type="sibTrans" cxnId="{C9EB1CEC-90AC-40DB-99D3-0E180C79E3B1}">
      <dgm:prSet/>
      <dgm:spPr/>
      <dgm:t>
        <a:bodyPr/>
        <a:lstStyle/>
        <a:p>
          <a:endParaRPr lang="en-IN"/>
        </a:p>
      </dgm:t>
    </dgm:pt>
    <dgm:pt modelId="{98D9E9F0-0D8E-4603-AAF5-504E6D0181C7}">
      <dgm:prSet/>
      <dgm:spPr/>
      <dgm:t>
        <a:bodyPr/>
        <a:lstStyle/>
        <a:p>
          <a:r>
            <a:rPr lang="en-US"/>
            <a:t>↓</a:t>
          </a:r>
          <a:endParaRPr lang="en-IN"/>
        </a:p>
      </dgm:t>
    </dgm:pt>
    <dgm:pt modelId="{06D6087B-91C3-46A2-9EF4-1E8573B9AE69}" type="parTrans" cxnId="{79A1275D-8FF2-4AC2-A466-6EC0973B612F}">
      <dgm:prSet/>
      <dgm:spPr/>
      <dgm:t>
        <a:bodyPr/>
        <a:lstStyle/>
        <a:p>
          <a:endParaRPr lang="en-IN"/>
        </a:p>
      </dgm:t>
    </dgm:pt>
    <dgm:pt modelId="{1499D56C-976D-4CED-B464-6C73088D78B4}" type="sibTrans" cxnId="{79A1275D-8FF2-4AC2-A466-6EC0973B612F}">
      <dgm:prSet/>
      <dgm:spPr/>
      <dgm:t>
        <a:bodyPr/>
        <a:lstStyle/>
        <a:p>
          <a:endParaRPr lang="en-IN"/>
        </a:p>
      </dgm:t>
    </dgm:pt>
    <dgm:pt modelId="{57FEFB2B-94D0-4206-B6F2-AEB1A7CCE8C7}">
      <dgm:prSet/>
      <dgm:spPr/>
      <dgm:t>
        <a:bodyPr/>
        <a:lstStyle/>
        <a:p>
          <a:r>
            <a:rPr lang="en-US"/>
            <a:t>Targeted Analysis</a:t>
          </a:r>
          <a:endParaRPr lang="en-IN"/>
        </a:p>
      </dgm:t>
    </dgm:pt>
    <dgm:pt modelId="{823D57D6-5182-4AB6-97B7-2D5006F228D2}" type="parTrans" cxnId="{9BBCD69D-D708-40F0-B240-C0D054B00B02}">
      <dgm:prSet/>
      <dgm:spPr/>
      <dgm:t>
        <a:bodyPr/>
        <a:lstStyle/>
        <a:p>
          <a:endParaRPr lang="en-IN"/>
        </a:p>
      </dgm:t>
    </dgm:pt>
    <dgm:pt modelId="{CBB55FDF-D6E2-4FC3-B1AF-2248B2344748}" type="sibTrans" cxnId="{9BBCD69D-D708-40F0-B240-C0D054B00B02}">
      <dgm:prSet/>
      <dgm:spPr/>
      <dgm:t>
        <a:bodyPr/>
        <a:lstStyle/>
        <a:p>
          <a:endParaRPr lang="en-IN"/>
        </a:p>
      </dgm:t>
    </dgm:pt>
    <dgm:pt modelId="{48A72A58-2AA8-499A-8535-A2D5894FF149}">
      <dgm:prSet/>
      <dgm:spPr/>
      <dgm:t>
        <a:bodyPr/>
        <a:lstStyle/>
        <a:p>
          <a:r>
            <a:rPr lang="en-US"/>
            <a:t>↓</a:t>
          </a:r>
          <a:endParaRPr lang="en-IN"/>
        </a:p>
      </dgm:t>
    </dgm:pt>
    <dgm:pt modelId="{6F8E9A6F-16B2-4229-85FB-14ED18808506}" type="parTrans" cxnId="{4351B2A9-89A6-4288-8320-8C0BDE25976D}">
      <dgm:prSet/>
      <dgm:spPr/>
      <dgm:t>
        <a:bodyPr/>
        <a:lstStyle/>
        <a:p>
          <a:endParaRPr lang="en-IN"/>
        </a:p>
      </dgm:t>
    </dgm:pt>
    <dgm:pt modelId="{449D54E3-B37D-49C5-AFF7-E890FC112377}" type="sibTrans" cxnId="{4351B2A9-89A6-4288-8320-8C0BDE25976D}">
      <dgm:prSet/>
      <dgm:spPr/>
      <dgm:t>
        <a:bodyPr/>
        <a:lstStyle/>
        <a:p>
          <a:endParaRPr lang="en-IN"/>
        </a:p>
      </dgm:t>
    </dgm:pt>
    <dgm:pt modelId="{ED7709E6-68DB-4EAD-B1A2-8AE8B69D318A}">
      <dgm:prSet/>
      <dgm:spPr/>
      <dgm:t>
        <a:bodyPr/>
        <a:lstStyle/>
        <a:p>
          <a:r>
            <a:rPr lang="en-US"/>
            <a:t>Root Cause</a:t>
          </a:r>
          <a:endParaRPr lang="en-IN"/>
        </a:p>
      </dgm:t>
    </dgm:pt>
    <dgm:pt modelId="{83BD4FD2-37C7-491B-8C7D-331E552213B8}" type="parTrans" cxnId="{7078F0BA-FC5E-4500-A0E9-C104CBBED01B}">
      <dgm:prSet/>
      <dgm:spPr/>
      <dgm:t>
        <a:bodyPr/>
        <a:lstStyle/>
        <a:p>
          <a:endParaRPr lang="en-IN"/>
        </a:p>
      </dgm:t>
    </dgm:pt>
    <dgm:pt modelId="{6DEBE648-38A2-4458-8AF7-30226EEAADC2}" type="sibTrans" cxnId="{7078F0BA-FC5E-4500-A0E9-C104CBBED01B}">
      <dgm:prSet/>
      <dgm:spPr/>
      <dgm:t>
        <a:bodyPr/>
        <a:lstStyle/>
        <a:p>
          <a:endParaRPr lang="en-IN"/>
        </a:p>
      </dgm:t>
    </dgm:pt>
    <dgm:pt modelId="{0EE316D2-9826-44A4-9FB6-8ECAB24DF2F8}">
      <dgm:prSet/>
      <dgm:spPr/>
      <dgm:t>
        <a:bodyPr/>
        <a:lstStyle/>
        <a:p>
          <a:r>
            <a:rPr lang="en-US"/>
            <a:t>↓</a:t>
          </a:r>
          <a:endParaRPr lang="en-IN"/>
        </a:p>
      </dgm:t>
    </dgm:pt>
    <dgm:pt modelId="{82E98846-4B1F-4530-9E83-56CCB2144D7B}" type="parTrans" cxnId="{BE0266D4-F36C-47CF-8766-C84B8501C6DD}">
      <dgm:prSet/>
      <dgm:spPr/>
      <dgm:t>
        <a:bodyPr/>
        <a:lstStyle/>
        <a:p>
          <a:endParaRPr lang="en-IN"/>
        </a:p>
      </dgm:t>
    </dgm:pt>
    <dgm:pt modelId="{900C56A4-B38A-499A-9A2D-0434CA8FDD15}" type="sibTrans" cxnId="{BE0266D4-F36C-47CF-8766-C84B8501C6DD}">
      <dgm:prSet/>
      <dgm:spPr/>
      <dgm:t>
        <a:bodyPr/>
        <a:lstStyle/>
        <a:p>
          <a:endParaRPr lang="en-IN"/>
        </a:p>
      </dgm:t>
    </dgm:pt>
    <dgm:pt modelId="{2D14C1E2-F7E0-40BB-B53C-7947237727CD}">
      <dgm:prSet/>
      <dgm:spPr/>
      <dgm:t>
        <a:bodyPr/>
        <a:lstStyle/>
        <a:p>
          <a:r>
            <a:rPr lang="en-US"/>
            <a:t>Evidence</a:t>
          </a:r>
          <a:endParaRPr lang="en-IN"/>
        </a:p>
      </dgm:t>
    </dgm:pt>
    <dgm:pt modelId="{3E14BD8E-7E33-45DE-8EF9-348898BCB8C7}" type="parTrans" cxnId="{793FD89A-38A4-4D62-B4ED-3C442544DC44}">
      <dgm:prSet/>
      <dgm:spPr/>
      <dgm:t>
        <a:bodyPr/>
        <a:lstStyle/>
        <a:p>
          <a:endParaRPr lang="en-IN"/>
        </a:p>
      </dgm:t>
    </dgm:pt>
    <dgm:pt modelId="{3DEA7E54-31B7-4969-809D-F02C369FCAD4}" type="sibTrans" cxnId="{793FD89A-38A4-4D62-B4ED-3C442544DC44}">
      <dgm:prSet/>
      <dgm:spPr/>
      <dgm:t>
        <a:bodyPr/>
        <a:lstStyle/>
        <a:p>
          <a:endParaRPr lang="en-IN"/>
        </a:p>
      </dgm:t>
    </dgm:pt>
    <dgm:pt modelId="{E49245B7-35F7-4D34-A963-DFBB547D4A2D}">
      <dgm:prSet/>
      <dgm:spPr/>
      <dgm:t>
        <a:bodyPr/>
        <a:lstStyle/>
        <a:p>
          <a:r>
            <a:rPr lang="en-US"/>
            <a:t>↓</a:t>
          </a:r>
          <a:endParaRPr lang="en-IN"/>
        </a:p>
      </dgm:t>
    </dgm:pt>
    <dgm:pt modelId="{D5DA2BA0-28DA-4D44-B950-88B83F4D51E5}" type="parTrans" cxnId="{C4B9E19C-6B37-487C-A3E8-2230BF440316}">
      <dgm:prSet/>
      <dgm:spPr/>
      <dgm:t>
        <a:bodyPr/>
        <a:lstStyle/>
        <a:p>
          <a:endParaRPr lang="en-IN"/>
        </a:p>
      </dgm:t>
    </dgm:pt>
    <dgm:pt modelId="{B596265B-73A3-4ED1-9D1D-185B337DB3E5}" type="sibTrans" cxnId="{C4B9E19C-6B37-487C-A3E8-2230BF440316}">
      <dgm:prSet/>
      <dgm:spPr/>
      <dgm:t>
        <a:bodyPr/>
        <a:lstStyle/>
        <a:p>
          <a:endParaRPr lang="en-IN"/>
        </a:p>
      </dgm:t>
    </dgm:pt>
    <dgm:pt modelId="{FC510E10-964D-4053-BC29-6B28A53F81FD}">
      <dgm:prSet/>
      <dgm:spPr/>
      <dgm:t>
        <a:bodyPr/>
        <a:lstStyle/>
        <a:p>
          <a:r>
            <a:rPr lang="en-US"/>
            <a:t>Fix / Issue / Knowledge</a:t>
          </a:r>
          <a:endParaRPr lang="en-IN"/>
        </a:p>
      </dgm:t>
    </dgm:pt>
    <dgm:pt modelId="{7F0D752D-A4AE-4412-9BB0-6F60B41BF04B}" type="parTrans" cxnId="{1F3D863F-770F-4114-9503-580301AAB63D}">
      <dgm:prSet/>
      <dgm:spPr/>
      <dgm:t>
        <a:bodyPr/>
        <a:lstStyle/>
        <a:p>
          <a:endParaRPr lang="en-IN"/>
        </a:p>
      </dgm:t>
    </dgm:pt>
    <dgm:pt modelId="{1996CC74-FCDD-492D-B552-0440B8E36F24}" type="sibTrans" cxnId="{1F3D863F-770F-4114-9503-580301AAB63D}">
      <dgm:prSet/>
      <dgm:spPr/>
      <dgm:t>
        <a:bodyPr/>
        <a:lstStyle/>
        <a:p>
          <a:endParaRPr lang="en-IN"/>
        </a:p>
      </dgm:t>
    </dgm:pt>
    <dgm:pt modelId="{E842A60A-884B-424B-B9DA-076A318BF678}" type="pres">
      <dgm:prSet presAssocID="{4A240952-050A-4992-A058-FC6C504209FD}" presName="Name0" presStyleCnt="0">
        <dgm:presLayoutVars>
          <dgm:dir/>
          <dgm:animLvl val="lvl"/>
          <dgm:resizeHandles val="exact"/>
        </dgm:presLayoutVars>
      </dgm:prSet>
      <dgm:spPr/>
    </dgm:pt>
    <dgm:pt modelId="{33B26611-7031-49EB-ABB8-72BEEB4A5DC6}" type="pres">
      <dgm:prSet presAssocID="{A390931D-62A0-4BA1-9152-DA21855E89B3}" presName="linNode" presStyleCnt="0"/>
      <dgm:spPr/>
    </dgm:pt>
    <dgm:pt modelId="{8AFD9182-8982-4461-91F0-CDDA1AE47F98}" type="pres">
      <dgm:prSet presAssocID="{A390931D-62A0-4BA1-9152-DA21855E89B3}" presName="parentText" presStyleLbl="node1" presStyleIdx="0" presStyleCnt="17">
        <dgm:presLayoutVars>
          <dgm:chMax val="1"/>
          <dgm:bulletEnabled val="1"/>
        </dgm:presLayoutVars>
      </dgm:prSet>
      <dgm:spPr/>
    </dgm:pt>
    <dgm:pt modelId="{964FA2FD-77AB-469A-96BF-E206415B44CF}" type="pres">
      <dgm:prSet presAssocID="{B18E9B00-AF32-4AF8-B560-07A7F1F4BC8D}" presName="sp" presStyleCnt="0"/>
      <dgm:spPr/>
    </dgm:pt>
    <dgm:pt modelId="{29AD0ACF-A924-4B31-BC85-69266A7FB9D2}" type="pres">
      <dgm:prSet presAssocID="{7D5DB159-2AD1-4BB0-A12F-12B93664D5CD}" presName="linNode" presStyleCnt="0"/>
      <dgm:spPr/>
    </dgm:pt>
    <dgm:pt modelId="{110B7D17-FD17-4399-9EAC-FD9C2DD14BE2}" type="pres">
      <dgm:prSet presAssocID="{7D5DB159-2AD1-4BB0-A12F-12B93664D5CD}" presName="parentText" presStyleLbl="node1" presStyleIdx="1" presStyleCnt="17">
        <dgm:presLayoutVars>
          <dgm:chMax val="1"/>
          <dgm:bulletEnabled val="1"/>
        </dgm:presLayoutVars>
      </dgm:prSet>
      <dgm:spPr/>
    </dgm:pt>
    <dgm:pt modelId="{0A56B89E-FDC6-449D-A3BD-7F07B3DEE3DC}" type="pres">
      <dgm:prSet presAssocID="{3163E169-11EA-4549-8776-288A2EBC1289}" presName="sp" presStyleCnt="0"/>
      <dgm:spPr/>
    </dgm:pt>
    <dgm:pt modelId="{E60C8F39-1013-4F2B-BFDE-E9344E7EED78}" type="pres">
      <dgm:prSet presAssocID="{6E95BA8E-7DF8-4082-8D56-EF46496F0FAE}" presName="linNode" presStyleCnt="0"/>
      <dgm:spPr/>
    </dgm:pt>
    <dgm:pt modelId="{452C27F9-C80E-4D96-AC2D-0E532D761AFA}" type="pres">
      <dgm:prSet presAssocID="{6E95BA8E-7DF8-4082-8D56-EF46496F0FAE}" presName="parentText" presStyleLbl="node1" presStyleIdx="2" presStyleCnt="17">
        <dgm:presLayoutVars>
          <dgm:chMax val="1"/>
          <dgm:bulletEnabled val="1"/>
        </dgm:presLayoutVars>
      </dgm:prSet>
      <dgm:spPr/>
    </dgm:pt>
    <dgm:pt modelId="{96939970-8995-4EFA-B2C4-D29673C53913}" type="pres">
      <dgm:prSet presAssocID="{DEEFD9E9-22D2-4065-84D4-85FAC67B0E28}" presName="sp" presStyleCnt="0"/>
      <dgm:spPr/>
    </dgm:pt>
    <dgm:pt modelId="{C4484F57-BBE9-456B-967F-BCADE74E0E91}" type="pres">
      <dgm:prSet presAssocID="{AF1D38E7-2BEB-4B2F-88DD-8DF955126B19}" presName="linNode" presStyleCnt="0"/>
      <dgm:spPr/>
    </dgm:pt>
    <dgm:pt modelId="{85222DF3-F91E-43DF-823E-FB41287BBFB1}" type="pres">
      <dgm:prSet presAssocID="{AF1D38E7-2BEB-4B2F-88DD-8DF955126B19}" presName="parentText" presStyleLbl="node1" presStyleIdx="3" presStyleCnt="17">
        <dgm:presLayoutVars>
          <dgm:chMax val="1"/>
          <dgm:bulletEnabled val="1"/>
        </dgm:presLayoutVars>
      </dgm:prSet>
      <dgm:spPr/>
    </dgm:pt>
    <dgm:pt modelId="{843218E1-B8BD-41EE-9D48-3CC200835958}" type="pres">
      <dgm:prSet presAssocID="{0DA1FD66-B4D0-4AD9-AA8A-B83A7FD3A2C2}" presName="sp" presStyleCnt="0"/>
      <dgm:spPr/>
    </dgm:pt>
    <dgm:pt modelId="{36E61787-5E1D-479F-8E10-8E1AA38E2314}" type="pres">
      <dgm:prSet presAssocID="{C51D0C26-DDCC-4562-BB5E-4FC90BDEE5D7}" presName="linNode" presStyleCnt="0"/>
      <dgm:spPr/>
    </dgm:pt>
    <dgm:pt modelId="{9F296089-B942-4AA7-8EEA-F788247DE6D3}" type="pres">
      <dgm:prSet presAssocID="{C51D0C26-DDCC-4562-BB5E-4FC90BDEE5D7}" presName="parentText" presStyleLbl="node1" presStyleIdx="4" presStyleCnt="17">
        <dgm:presLayoutVars>
          <dgm:chMax val="1"/>
          <dgm:bulletEnabled val="1"/>
        </dgm:presLayoutVars>
      </dgm:prSet>
      <dgm:spPr/>
    </dgm:pt>
    <dgm:pt modelId="{2234054F-99DE-418B-A2EF-288AB4B53169}" type="pres">
      <dgm:prSet presAssocID="{1A1F148D-5B8B-46FD-B348-B8AFEA3686BC}" presName="sp" presStyleCnt="0"/>
      <dgm:spPr/>
    </dgm:pt>
    <dgm:pt modelId="{1736365E-26A9-4B2E-AAD0-D02FD2F74162}" type="pres">
      <dgm:prSet presAssocID="{891D7B67-96D8-487B-AAFC-A15106A889A3}" presName="linNode" presStyleCnt="0"/>
      <dgm:spPr/>
    </dgm:pt>
    <dgm:pt modelId="{69A5E079-E163-4063-8F07-3CA6830F8AAA}" type="pres">
      <dgm:prSet presAssocID="{891D7B67-96D8-487B-AAFC-A15106A889A3}" presName="parentText" presStyleLbl="node1" presStyleIdx="5" presStyleCnt="17">
        <dgm:presLayoutVars>
          <dgm:chMax val="1"/>
          <dgm:bulletEnabled val="1"/>
        </dgm:presLayoutVars>
      </dgm:prSet>
      <dgm:spPr/>
    </dgm:pt>
    <dgm:pt modelId="{CFAA1B8A-E193-4942-9013-028F396B22F0}" type="pres">
      <dgm:prSet presAssocID="{D0CEAC1B-CEAF-470C-91E5-58B6A26CF56E}" presName="sp" presStyleCnt="0"/>
      <dgm:spPr/>
    </dgm:pt>
    <dgm:pt modelId="{B22FE9F0-DF8A-4741-9D3E-73E6B11B61D7}" type="pres">
      <dgm:prSet presAssocID="{1F2D6565-313F-4297-A698-07B1241CD62E}" presName="linNode" presStyleCnt="0"/>
      <dgm:spPr/>
    </dgm:pt>
    <dgm:pt modelId="{4D769778-A824-4EE7-95A4-101CC03E6FF5}" type="pres">
      <dgm:prSet presAssocID="{1F2D6565-313F-4297-A698-07B1241CD62E}" presName="parentText" presStyleLbl="node1" presStyleIdx="6" presStyleCnt="17">
        <dgm:presLayoutVars>
          <dgm:chMax val="1"/>
          <dgm:bulletEnabled val="1"/>
        </dgm:presLayoutVars>
      </dgm:prSet>
      <dgm:spPr/>
    </dgm:pt>
    <dgm:pt modelId="{16F330D7-7B5F-410C-9AA2-856A3CDE2AD4}" type="pres">
      <dgm:prSet presAssocID="{AC7EB1A9-5B8C-4D3A-AB24-C4E8FC495F00}" presName="sp" presStyleCnt="0"/>
      <dgm:spPr/>
    </dgm:pt>
    <dgm:pt modelId="{4EF76465-A496-434C-960A-67496706E157}" type="pres">
      <dgm:prSet presAssocID="{363EBA42-AA73-4B47-9A92-5D7BEF4D76A5}" presName="linNode" presStyleCnt="0"/>
      <dgm:spPr/>
    </dgm:pt>
    <dgm:pt modelId="{48440D06-1174-4F4C-9AA7-70391448CE90}" type="pres">
      <dgm:prSet presAssocID="{363EBA42-AA73-4B47-9A92-5D7BEF4D76A5}" presName="parentText" presStyleLbl="node1" presStyleIdx="7" presStyleCnt="17">
        <dgm:presLayoutVars>
          <dgm:chMax val="1"/>
          <dgm:bulletEnabled val="1"/>
        </dgm:presLayoutVars>
      </dgm:prSet>
      <dgm:spPr/>
    </dgm:pt>
    <dgm:pt modelId="{8E92D536-E73D-4663-B35B-4FDDB44AB2F1}" type="pres">
      <dgm:prSet presAssocID="{4BFDDC68-084C-4383-8A07-C13A00E45FEB}" presName="sp" presStyleCnt="0"/>
      <dgm:spPr/>
    </dgm:pt>
    <dgm:pt modelId="{9E1EB86B-D6DF-4D66-8BFC-CD45A9362C8F}" type="pres">
      <dgm:prSet presAssocID="{2CBBD6E8-C2C1-42C9-8EEC-AAFBCB5A0F2D}" presName="linNode" presStyleCnt="0"/>
      <dgm:spPr/>
    </dgm:pt>
    <dgm:pt modelId="{0D717D49-6012-4C31-8D9E-E83F082828B0}" type="pres">
      <dgm:prSet presAssocID="{2CBBD6E8-C2C1-42C9-8EEC-AAFBCB5A0F2D}" presName="parentText" presStyleLbl="node1" presStyleIdx="8" presStyleCnt="17">
        <dgm:presLayoutVars>
          <dgm:chMax val="1"/>
          <dgm:bulletEnabled val="1"/>
        </dgm:presLayoutVars>
      </dgm:prSet>
      <dgm:spPr/>
    </dgm:pt>
    <dgm:pt modelId="{1B08C5AD-0195-497D-9F6F-53C73B9659A4}" type="pres">
      <dgm:prSet presAssocID="{8C690513-0B44-46CC-AD85-A6DC20826B34}" presName="sp" presStyleCnt="0"/>
      <dgm:spPr/>
    </dgm:pt>
    <dgm:pt modelId="{8F7C23EE-1180-400B-B9B8-606040D61C9C}" type="pres">
      <dgm:prSet presAssocID="{98D9E9F0-0D8E-4603-AAF5-504E6D0181C7}" presName="linNode" presStyleCnt="0"/>
      <dgm:spPr/>
    </dgm:pt>
    <dgm:pt modelId="{8B797F7D-2176-48C0-BB0C-578676564209}" type="pres">
      <dgm:prSet presAssocID="{98D9E9F0-0D8E-4603-AAF5-504E6D0181C7}" presName="parentText" presStyleLbl="node1" presStyleIdx="9" presStyleCnt="17">
        <dgm:presLayoutVars>
          <dgm:chMax val="1"/>
          <dgm:bulletEnabled val="1"/>
        </dgm:presLayoutVars>
      </dgm:prSet>
      <dgm:spPr/>
    </dgm:pt>
    <dgm:pt modelId="{DBFB758C-AA80-45E3-8A34-C6C748194C02}" type="pres">
      <dgm:prSet presAssocID="{1499D56C-976D-4CED-B464-6C73088D78B4}" presName="sp" presStyleCnt="0"/>
      <dgm:spPr/>
    </dgm:pt>
    <dgm:pt modelId="{F9AFBFD3-F8AC-48CF-829F-BFE10A64F826}" type="pres">
      <dgm:prSet presAssocID="{57FEFB2B-94D0-4206-B6F2-AEB1A7CCE8C7}" presName="linNode" presStyleCnt="0"/>
      <dgm:spPr/>
    </dgm:pt>
    <dgm:pt modelId="{5C0190AC-0130-452A-8A9F-0A6272C5F842}" type="pres">
      <dgm:prSet presAssocID="{57FEFB2B-94D0-4206-B6F2-AEB1A7CCE8C7}" presName="parentText" presStyleLbl="node1" presStyleIdx="10" presStyleCnt="17">
        <dgm:presLayoutVars>
          <dgm:chMax val="1"/>
          <dgm:bulletEnabled val="1"/>
        </dgm:presLayoutVars>
      </dgm:prSet>
      <dgm:spPr/>
    </dgm:pt>
    <dgm:pt modelId="{6262FC69-92A2-4676-9B91-8CBA8CD8530E}" type="pres">
      <dgm:prSet presAssocID="{CBB55FDF-D6E2-4FC3-B1AF-2248B2344748}" presName="sp" presStyleCnt="0"/>
      <dgm:spPr/>
    </dgm:pt>
    <dgm:pt modelId="{617CA566-30F2-4B1D-972C-FBBC20F62E1E}" type="pres">
      <dgm:prSet presAssocID="{48A72A58-2AA8-499A-8535-A2D5894FF149}" presName="linNode" presStyleCnt="0"/>
      <dgm:spPr/>
    </dgm:pt>
    <dgm:pt modelId="{B4EEF9E6-4901-4EAE-9B5C-846E648302FA}" type="pres">
      <dgm:prSet presAssocID="{48A72A58-2AA8-499A-8535-A2D5894FF149}" presName="parentText" presStyleLbl="node1" presStyleIdx="11" presStyleCnt="17">
        <dgm:presLayoutVars>
          <dgm:chMax val="1"/>
          <dgm:bulletEnabled val="1"/>
        </dgm:presLayoutVars>
      </dgm:prSet>
      <dgm:spPr/>
    </dgm:pt>
    <dgm:pt modelId="{BBA5DDB1-F1D0-4AD3-9537-60A33F7215B1}" type="pres">
      <dgm:prSet presAssocID="{449D54E3-B37D-49C5-AFF7-E890FC112377}" presName="sp" presStyleCnt="0"/>
      <dgm:spPr/>
    </dgm:pt>
    <dgm:pt modelId="{396CCF3E-88B0-459C-9998-972399D38C97}" type="pres">
      <dgm:prSet presAssocID="{ED7709E6-68DB-4EAD-B1A2-8AE8B69D318A}" presName="linNode" presStyleCnt="0"/>
      <dgm:spPr/>
    </dgm:pt>
    <dgm:pt modelId="{8EE29C68-8E92-4C37-90F4-E7E09B9AAF2A}" type="pres">
      <dgm:prSet presAssocID="{ED7709E6-68DB-4EAD-B1A2-8AE8B69D318A}" presName="parentText" presStyleLbl="node1" presStyleIdx="12" presStyleCnt="17">
        <dgm:presLayoutVars>
          <dgm:chMax val="1"/>
          <dgm:bulletEnabled val="1"/>
        </dgm:presLayoutVars>
      </dgm:prSet>
      <dgm:spPr/>
    </dgm:pt>
    <dgm:pt modelId="{8FBD65BD-9D37-4647-AD03-EB71945AA47A}" type="pres">
      <dgm:prSet presAssocID="{6DEBE648-38A2-4458-8AF7-30226EEAADC2}" presName="sp" presStyleCnt="0"/>
      <dgm:spPr/>
    </dgm:pt>
    <dgm:pt modelId="{91C57C0B-99DB-4BC0-9B23-DEF7307A2F4E}" type="pres">
      <dgm:prSet presAssocID="{0EE316D2-9826-44A4-9FB6-8ECAB24DF2F8}" presName="linNode" presStyleCnt="0"/>
      <dgm:spPr/>
    </dgm:pt>
    <dgm:pt modelId="{2AD886F7-0C94-43F3-B24C-3596A3977BB5}" type="pres">
      <dgm:prSet presAssocID="{0EE316D2-9826-44A4-9FB6-8ECAB24DF2F8}" presName="parentText" presStyleLbl="node1" presStyleIdx="13" presStyleCnt="17">
        <dgm:presLayoutVars>
          <dgm:chMax val="1"/>
          <dgm:bulletEnabled val="1"/>
        </dgm:presLayoutVars>
      </dgm:prSet>
      <dgm:spPr/>
    </dgm:pt>
    <dgm:pt modelId="{492C5A43-229D-48C8-ADBA-AA7EF06F4B6C}" type="pres">
      <dgm:prSet presAssocID="{900C56A4-B38A-499A-9A2D-0434CA8FDD15}" presName="sp" presStyleCnt="0"/>
      <dgm:spPr/>
    </dgm:pt>
    <dgm:pt modelId="{7B92516F-C611-444C-AC82-BD8381DA9096}" type="pres">
      <dgm:prSet presAssocID="{2D14C1E2-F7E0-40BB-B53C-7947237727CD}" presName="linNode" presStyleCnt="0"/>
      <dgm:spPr/>
    </dgm:pt>
    <dgm:pt modelId="{F51F484D-ABAE-4635-AAA4-D364F5218E95}" type="pres">
      <dgm:prSet presAssocID="{2D14C1E2-F7E0-40BB-B53C-7947237727CD}" presName="parentText" presStyleLbl="node1" presStyleIdx="14" presStyleCnt="17">
        <dgm:presLayoutVars>
          <dgm:chMax val="1"/>
          <dgm:bulletEnabled val="1"/>
        </dgm:presLayoutVars>
      </dgm:prSet>
      <dgm:spPr/>
    </dgm:pt>
    <dgm:pt modelId="{930D911D-33B4-4A3E-AFD2-838390BC31D9}" type="pres">
      <dgm:prSet presAssocID="{3DEA7E54-31B7-4969-809D-F02C369FCAD4}" presName="sp" presStyleCnt="0"/>
      <dgm:spPr/>
    </dgm:pt>
    <dgm:pt modelId="{39A6A57A-9CB1-4959-8FF1-0C13A4D1416F}" type="pres">
      <dgm:prSet presAssocID="{E49245B7-35F7-4D34-A963-DFBB547D4A2D}" presName="linNode" presStyleCnt="0"/>
      <dgm:spPr/>
    </dgm:pt>
    <dgm:pt modelId="{8AC23C61-9ECB-4905-A9EB-9AF1B343265C}" type="pres">
      <dgm:prSet presAssocID="{E49245B7-35F7-4D34-A963-DFBB547D4A2D}" presName="parentText" presStyleLbl="node1" presStyleIdx="15" presStyleCnt="17">
        <dgm:presLayoutVars>
          <dgm:chMax val="1"/>
          <dgm:bulletEnabled val="1"/>
        </dgm:presLayoutVars>
      </dgm:prSet>
      <dgm:spPr/>
    </dgm:pt>
    <dgm:pt modelId="{71C12817-C032-4426-AE30-24D9F75AB3E7}" type="pres">
      <dgm:prSet presAssocID="{B596265B-73A3-4ED1-9D1D-185B337DB3E5}" presName="sp" presStyleCnt="0"/>
      <dgm:spPr/>
    </dgm:pt>
    <dgm:pt modelId="{0E497756-B004-4535-9751-3F272F1A8B29}" type="pres">
      <dgm:prSet presAssocID="{FC510E10-964D-4053-BC29-6B28A53F81FD}" presName="linNode" presStyleCnt="0"/>
      <dgm:spPr/>
    </dgm:pt>
    <dgm:pt modelId="{DA580627-4261-494C-A86E-2E15452B3C06}" type="pres">
      <dgm:prSet presAssocID="{FC510E10-964D-4053-BC29-6B28A53F81FD}" presName="parentText" presStyleLbl="node1" presStyleIdx="16" presStyleCnt="17">
        <dgm:presLayoutVars>
          <dgm:chMax val="1"/>
          <dgm:bulletEnabled val="1"/>
        </dgm:presLayoutVars>
      </dgm:prSet>
      <dgm:spPr/>
    </dgm:pt>
  </dgm:ptLst>
  <dgm:cxnLst>
    <dgm:cxn modelId="{298E540F-4AEF-4AC0-A7BC-FD7FE18D0A69}" type="presOf" srcId="{2D14C1E2-F7E0-40BB-B53C-7947237727CD}" destId="{F51F484D-ABAE-4635-AAA4-D364F5218E95}" srcOrd="0" destOrd="0" presId="urn:microsoft.com/office/officeart/2005/8/layout/vList5"/>
    <dgm:cxn modelId="{D8EA4420-A891-492A-A3A2-9832D2AE88D3}" type="presOf" srcId="{0EE316D2-9826-44A4-9FB6-8ECAB24DF2F8}" destId="{2AD886F7-0C94-43F3-B24C-3596A3977BB5}" srcOrd="0" destOrd="0" presId="urn:microsoft.com/office/officeart/2005/8/layout/vList5"/>
    <dgm:cxn modelId="{96E3C231-EC8B-4075-974C-B3ED61678B1F}" srcId="{4A240952-050A-4992-A058-FC6C504209FD}" destId="{AF1D38E7-2BEB-4B2F-88DD-8DF955126B19}" srcOrd="3" destOrd="0" parTransId="{5DC278A0-B5E5-46D1-96D1-ED52F34E4A08}" sibTransId="{0DA1FD66-B4D0-4AD9-AA8A-B83A7FD3A2C2}"/>
    <dgm:cxn modelId="{18BA5B35-BF4C-401E-A71F-1AE94845E2E0}" srcId="{4A240952-050A-4992-A058-FC6C504209FD}" destId="{C51D0C26-DDCC-4562-BB5E-4FC90BDEE5D7}" srcOrd="4" destOrd="0" parTransId="{A5CF8853-99E5-4FD5-A29C-5F46BE3FDFA0}" sibTransId="{1A1F148D-5B8B-46FD-B348-B8AFEA3686BC}"/>
    <dgm:cxn modelId="{1F3D863F-770F-4114-9503-580301AAB63D}" srcId="{4A240952-050A-4992-A058-FC6C504209FD}" destId="{FC510E10-964D-4053-BC29-6B28A53F81FD}" srcOrd="16" destOrd="0" parTransId="{7F0D752D-A4AE-4412-9BB0-6F60B41BF04B}" sibTransId="{1996CC74-FCDD-492D-B552-0440B8E36F24}"/>
    <dgm:cxn modelId="{79A1275D-8FF2-4AC2-A466-6EC0973B612F}" srcId="{4A240952-050A-4992-A058-FC6C504209FD}" destId="{98D9E9F0-0D8E-4603-AAF5-504E6D0181C7}" srcOrd="9" destOrd="0" parTransId="{06D6087B-91C3-46A2-9EF4-1E8573B9AE69}" sibTransId="{1499D56C-976D-4CED-B464-6C73088D78B4}"/>
    <dgm:cxn modelId="{3C02E85D-BA8A-4743-B762-C5DE2D75FDBF}" type="presOf" srcId="{7D5DB159-2AD1-4BB0-A12F-12B93664D5CD}" destId="{110B7D17-FD17-4399-9EAC-FD9C2DD14BE2}" srcOrd="0" destOrd="0" presId="urn:microsoft.com/office/officeart/2005/8/layout/vList5"/>
    <dgm:cxn modelId="{09BBCD66-641F-47FF-BE54-F9DFC1C35AFC}" type="presOf" srcId="{2CBBD6E8-C2C1-42C9-8EEC-AAFBCB5A0F2D}" destId="{0D717D49-6012-4C31-8D9E-E83F082828B0}" srcOrd="0" destOrd="0" presId="urn:microsoft.com/office/officeart/2005/8/layout/vList5"/>
    <dgm:cxn modelId="{3759B447-365A-4D6D-9942-D134C587638C}" srcId="{4A240952-050A-4992-A058-FC6C504209FD}" destId="{1F2D6565-313F-4297-A698-07B1241CD62E}" srcOrd="6" destOrd="0" parTransId="{C3B797CD-7D92-470D-8CF0-AEFFA6A8404A}" sibTransId="{AC7EB1A9-5B8C-4D3A-AB24-C4E8FC495F00}"/>
    <dgm:cxn modelId="{99869768-4A57-48F4-8350-2A67DDE9D834}" srcId="{4A240952-050A-4992-A058-FC6C504209FD}" destId="{7D5DB159-2AD1-4BB0-A12F-12B93664D5CD}" srcOrd="1" destOrd="0" parTransId="{987D4112-5842-405C-BA77-04125A84DCD3}" sibTransId="{3163E169-11EA-4549-8776-288A2EBC1289}"/>
    <dgm:cxn modelId="{1936F26B-B669-4E81-AF47-DBFCE7B8294C}" type="presOf" srcId="{FC510E10-964D-4053-BC29-6B28A53F81FD}" destId="{DA580627-4261-494C-A86E-2E15452B3C06}" srcOrd="0" destOrd="0" presId="urn:microsoft.com/office/officeart/2005/8/layout/vList5"/>
    <dgm:cxn modelId="{F471FE6B-6998-4C4A-8CBE-42662E9FFB56}" srcId="{4A240952-050A-4992-A058-FC6C504209FD}" destId="{363EBA42-AA73-4B47-9A92-5D7BEF4D76A5}" srcOrd="7" destOrd="0" parTransId="{9AD23A3C-54F4-41FF-B4BF-5C6885296F2F}" sibTransId="{4BFDDC68-084C-4383-8A07-C13A00E45FEB}"/>
    <dgm:cxn modelId="{6141486F-0C00-43EF-8D19-6DA17565AA0F}" type="presOf" srcId="{ED7709E6-68DB-4EAD-B1A2-8AE8B69D318A}" destId="{8EE29C68-8E92-4C37-90F4-E7E09B9AAF2A}" srcOrd="0" destOrd="0" presId="urn:microsoft.com/office/officeart/2005/8/layout/vList5"/>
    <dgm:cxn modelId="{FB403E79-5D29-4006-80BF-4DEC554889A1}" type="presOf" srcId="{C51D0C26-DDCC-4562-BB5E-4FC90BDEE5D7}" destId="{9F296089-B942-4AA7-8EEA-F788247DE6D3}" srcOrd="0" destOrd="0" presId="urn:microsoft.com/office/officeart/2005/8/layout/vList5"/>
    <dgm:cxn modelId="{4C1E947B-6AD6-42BD-912C-2E07B5BC8BC3}" srcId="{4A240952-050A-4992-A058-FC6C504209FD}" destId="{6E95BA8E-7DF8-4082-8D56-EF46496F0FAE}" srcOrd="2" destOrd="0" parTransId="{035581A2-59B7-4E3E-8E57-BB5C77B5B13A}" sibTransId="{DEEFD9E9-22D2-4065-84D4-85FAC67B0E28}"/>
    <dgm:cxn modelId="{3FAE507F-E9B4-42FE-B8E3-CADBCC3F8471}" type="presOf" srcId="{48A72A58-2AA8-499A-8535-A2D5894FF149}" destId="{B4EEF9E6-4901-4EAE-9B5C-846E648302FA}" srcOrd="0" destOrd="0" presId="urn:microsoft.com/office/officeart/2005/8/layout/vList5"/>
    <dgm:cxn modelId="{2CC90F86-088E-477D-AFC4-354400B5AA06}" type="presOf" srcId="{6E95BA8E-7DF8-4082-8D56-EF46496F0FAE}" destId="{452C27F9-C80E-4D96-AC2D-0E532D761AFA}" srcOrd="0" destOrd="0" presId="urn:microsoft.com/office/officeart/2005/8/layout/vList5"/>
    <dgm:cxn modelId="{09171E86-87F2-4E7C-916C-83BBC4FABB91}" type="presOf" srcId="{57FEFB2B-94D0-4206-B6F2-AEB1A7CCE8C7}" destId="{5C0190AC-0130-452A-8A9F-0A6272C5F842}" srcOrd="0" destOrd="0" presId="urn:microsoft.com/office/officeart/2005/8/layout/vList5"/>
    <dgm:cxn modelId="{BDB27C95-8C8F-4535-AFD8-F20CAC62E182}" type="presOf" srcId="{363EBA42-AA73-4B47-9A92-5D7BEF4D76A5}" destId="{48440D06-1174-4F4C-9AA7-70391448CE90}" srcOrd="0" destOrd="0" presId="urn:microsoft.com/office/officeart/2005/8/layout/vList5"/>
    <dgm:cxn modelId="{793FD89A-38A4-4D62-B4ED-3C442544DC44}" srcId="{4A240952-050A-4992-A058-FC6C504209FD}" destId="{2D14C1E2-F7E0-40BB-B53C-7947237727CD}" srcOrd="14" destOrd="0" parTransId="{3E14BD8E-7E33-45DE-8EF9-348898BCB8C7}" sibTransId="{3DEA7E54-31B7-4969-809D-F02C369FCAD4}"/>
    <dgm:cxn modelId="{C4B9E19C-6B37-487C-A3E8-2230BF440316}" srcId="{4A240952-050A-4992-A058-FC6C504209FD}" destId="{E49245B7-35F7-4D34-A963-DFBB547D4A2D}" srcOrd="15" destOrd="0" parTransId="{D5DA2BA0-28DA-4D44-B950-88B83F4D51E5}" sibTransId="{B596265B-73A3-4ED1-9D1D-185B337DB3E5}"/>
    <dgm:cxn modelId="{9BBCD69D-D708-40F0-B240-C0D054B00B02}" srcId="{4A240952-050A-4992-A058-FC6C504209FD}" destId="{57FEFB2B-94D0-4206-B6F2-AEB1A7CCE8C7}" srcOrd="10" destOrd="0" parTransId="{823D57D6-5182-4AB6-97B7-2D5006F228D2}" sibTransId="{CBB55FDF-D6E2-4FC3-B1AF-2248B2344748}"/>
    <dgm:cxn modelId="{9FF88FA1-5A4B-407A-BBE1-9ACB0498C48B}" srcId="{4A240952-050A-4992-A058-FC6C504209FD}" destId="{A390931D-62A0-4BA1-9152-DA21855E89B3}" srcOrd="0" destOrd="0" parTransId="{39D12DF6-F172-4363-8D22-D121D7769B6A}" sibTransId="{B18E9B00-AF32-4AF8-B560-07A7F1F4BC8D}"/>
    <dgm:cxn modelId="{B52E0DA4-EF9B-49E4-8EE8-8B2650DDC64C}" type="presOf" srcId="{A390931D-62A0-4BA1-9152-DA21855E89B3}" destId="{8AFD9182-8982-4461-91F0-CDDA1AE47F98}" srcOrd="0" destOrd="0" presId="urn:microsoft.com/office/officeart/2005/8/layout/vList5"/>
    <dgm:cxn modelId="{099391A8-A9B9-4F6E-A027-D92F4E34DF1A}" type="presOf" srcId="{4A240952-050A-4992-A058-FC6C504209FD}" destId="{E842A60A-884B-424B-B9DA-076A318BF678}" srcOrd="0" destOrd="0" presId="urn:microsoft.com/office/officeart/2005/8/layout/vList5"/>
    <dgm:cxn modelId="{4351B2A9-89A6-4288-8320-8C0BDE25976D}" srcId="{4A240952-050A-4992-A058-FC6C504209FD}" destId="{48A72A58-2AA8-499A-8535-A2D5894FF149}" srcOrd="11" destOrd="0" parTransId="{6F8E9A6F-16B2-4229-85FB-14ED18808506}" sibTransId="{449D54E3-B37D-49C5-AFF7-E890FC112377}"/>
    <dgm:cxn modelId="{31C3BDAE-FE2C-4EDC-A323-8892A1F0F9C5}" type="presOf" srcId="{891D7B67-96D8-487B-AAFC-A15106A889A3}" destId="{69A5E079-E163-4063-8F07-3CA6830F8AAA}" srcOrd="0" destOrd="0" presId="urn:microsoft.com/office/officeart/2005/8/layout/vList5"/>
    <dgm:cxn modelId="{7078F0BA-FC5E-4500-A0E9-C104CBBED01B}" srcId="{4A240952-050A-4992-A058-FC6C504209FD}" destId="{ED7709E6-68DB-4EAD-B1A2-8AE8B69D318A}" srcOrd="12" destOrd="0" parTransId="{83BD4FD2-37C7-491B-8C7D-331E552213B8}" sibTransId="{6DEBE648-38A2-4458-8AF7-30226EEAADC2}"/>
    <dgm:cxn modelId="{170C18C4-E22F-4654-8A09-7A19656688FF}" type="presOf" srcId="{98D9E9F0-0D8E-4603-AAF5-504E6D0181C7}" destId="{8B797F7D-2176-48C0-BB0C-578676564209}" srcOrd="0" destOrd="0" presId="urn:microsoft.com/office/officeart/2005/8/layout/vList5"/>
    <dgm:cxn modelId="{560B3CCF-FAB6-4B20-9CEE-4496CA8A2645}" type="presOf" srcId="{E49245B7-35F7-4D34-A963-DFBB547D4A2D}" destId="{8AC23C61-9ECB-4905-A9EB-9AF1B343265C}" srcOrd="0" destOrd="0" presId="urn:microsoft.com/office/officeart/2005/8/layout/vList5"/>
    <dgm:cxn modelId="{BE0266D4-F36C-47CF-8766-C84B8501C6DD}" srcId="{4A240952-050A-4992-A058-FC6C504209FD}" destId="{0EE316D2-9826-44A4-9FB6-8ECAB24DF2F8}" srcOrd="13" destOrd="0" parTransId="{82E98846-4B1F-4530-9E83-56CCB2144D7B}" sibTransId="{900C56A4-B38A-499A-9A2D-0434CA8FDD15}"/>
    <dgm:cxn modelId="{CF6CD4DF-3059-435A-9D56-DB52E34CB49D}" type="presOf" srcId="{AF1D38E7-2BEB-4B2F-88DD-8DF955126B19}" destId="{85222DF3-F91E-43DF-823E-FB41287BBFB1}" srcOrd="0" destOrd="0" presId="urn:microsoft.com/office/officeart/2005/8/layout/vList5"/>
    <dgm:cxn modelId="{C9EB1CEC-90AC-40DB-99D3-0E180C79E3B1}" srcId="{4A240952-050A-4992-A058-FC6C504209FD}" destId="{2CBBD6E8-C2C1-42C9-8EEC-AAFBCB5A0F2D}" srcOrd="8" destOrd="0" parTransId="{745C1E56-405E-4082-BD70-407B62AC07ED}" sibTransId="{8C690513-0B44-46CC-AD85-A6DC20826B34}"/>
    <dgm:cxn modelId="{D5E244F3-C64C-4DB9-AE3D-AE32E241DC26}" type="presOf" srcId="{1F2D6565-313F-4297-A698-07B1241CD62E}" destId="{4D769778-A824-4EE7-95A4-101CC03E6FF5}" srcOrd="0" destOrd="0" presId="urn:microsoft.com/office/officeart/2005/8/layout/vList5"/>
    <dgm:cxn modelId="{D010E1FE-B3AB-431C-B186-B0CE437316C6}" srcId="{4A240952-050A-4992-A058-FC6C504209FD}" destId="{891D7B67-96D8-487B-AAFC-A15106A889A3}" srcOrd="5" destOrd="0" parTransId="{5D876869-F391-40A5-BBAC-3CAC430E272F}" sibTransId="{D0CEAC1B-CEAF-470C-91E5-58B6A26CF56E}"/>
    <dgm:cxn modelId="{857A5526-F8EC-4FD4-8FDB-AF3010B18DF1}" type="presParOf" srcId="{E842A60A-884B-424B-B9DA-076A318BF678}" destId="{33B26611-7031-49EB-ABB8-72BEEB4A5DC6}" srcOrd="0" destOrd="0" presId="urn:microsoft.com/office/officeart/2005/8/layout/vList5"/>
    <dgm:cxn modelId="{DAD43C82-E667-4572-BDAA-BCF62ECF6060}" type="presParOf" srcId="{33B26611-7031-49EB-ABB8-72BEEB4A5DC6}" destId="{8AFD9182-8982-4461-91F0-CDDA1AE47F98}" srcOrd="0" destOrd="0" presId="urn:microsoft.com/office/officeart/2005/8/layout/vList5"/>
    <dgm:cxn modelId="{A7449F64-C791-43D8-9A93-6E7B28E7BA12}" type="presParOf" srcId="{E842A60A-884B-424B-B9DA-076A318BF678}" destId="{964FA2FD-77AB-469A-96BF-E206415B44CF}" srcOrd="1" destOrd="0" presId="urn:microsoft.com/office/officeart/2005/8/layout/vList5"/>
    <dgm:cxn modelId="{A01A637A-69D2-40CE-8FA7-07375C902245}" type="presParOf" srcId="{E842A60A-884B-424B-B9DA-076A318BF678}" destId="{29AD0ACF-A924-4B31-BC85-69266A7FB9D2}" srcOrd="2" destOrd="0" presId="urn:microsoft.com/office/officeart/2005/8/layout/vList5"/>
    <dgm:cxn modelId="{CA0D8B97-9C44-4ED0-B845-811F3E402F59}" type="presParOf" srcId="{29AD0ACF-A924-4B31-BC85-69266A7FB9D2}" destId="{110B7D17-FD17-4399-9EAC-FD9C2DD14BE2}" srcOrd="0" destOrd="0" presId="urn:microsoft.com/office/officeart/2005/8/layout/vList5"/>
    <dgm:cxn modelId="{44E6A6AF-C765-4001-93AC-585D7712F5FA}" type="presParOf" srcId="{E842A60A-884B-424B-B9DA-076A318BF678}" destId="{0A56B89E-FDC6-449D-A3BD-7F07B3DEE3DC}" srcOrd="3" destOrd="0" presId="urn:microsoft.com/office/officeart/2005/8/layout/vList5"/>
    <dgm:cxn modelId="{20D1CE00-BF02-4A53-BDA9-7599633F0F7C}" type="presParOf" srcId="{E842A60A-884B-424B-B9DA-076A318BF678}" destId="{E60C8F39-1013-4F2B-BFDE-E9344E7EED78}" srcOrd="4" destOrd="0" presId="urn:microsoft.com/office/officeart/2005/8/layout/vList5"/>
    <dgm:cxn modelId="{28730C40-C8AF-4654-8110-EEA5E9FB744B}" type="presParOf" srcId="{E60C8F39-1013-4F2B-BFDE-E9344E7EED78}" destId="{452C27F9-C80E-4D96-AC2D-0E532D761AFA}" srcOrd="0" destOrd="0" presId="urn:microsoft.com/office/officeart/2005/8/layout/vList5"/>
    <dgm:cxn modelId="{795F78EA-9852-4BF1-8F13-1834F78E16BF}" type="presParOf" srcId="{E842A60A-884B-424B-B9DA-076A318BF678}" destId="{96939970-8995-4EFA-B2C4-D29673C53913}" srcOrd="5" destOrd="0" presId="urn:microsoft.com/office/officeart/2005/8/layout/vList5"/>
    <dgm:cxn modelId="{BDE33A7F-6D9B-4EAD-A055-ADF30202D25E}" type="presParOf" srcId="{E842A60A-884B-424B-B9DA-076A318BF678}" destId="{C4484F57-BBE9-456B-967F-BCADE74E0E91}" srcOrd="6" destOrd="0" presId="urn:microsoft.com/office/officeart/2005/8/layout/vList5"/>
    <dgm:cxn modelId="{136E12C2-C6C3-4E18-BB0F-C5916A5604CA}" type="presParOf" srcId="{C4484F57-BBE9-456B-967F-BCADE74E0E91}" destId="{85222DF3-F91E-43DF-823E-FB41287BBFB1}" srcOrd="0" destOrd="0" presId="urn:microsoft.com/office/officeart/2005/8/layout/vList5"/>
    <dgm:cxn modelId="{F475422E-A30D-4857-890D-EE506763D461}" type="presParOf" srcId="{E842A60A-884B-424B-B9DA-076A318BF678}" destId="{843218E1-B8BD-41EE-9D48-3CC200835958}" srcOrd="7" destOrd="0" presId="urn:microsoft.com/office/officeart/2005/8/layout/vList5"/>
    <dgm:cxn modelId="{FC1432A0-6B7A-487E-9568-F37908028C1E}" type="presParOf" srcId="{E842A60A-884B-424B-B9DA-076A318BF678}" destId="{36E61787-5E1D-479F-8E10-8E1AA38E2314}" srcOrd="8" destOrd="0" presId="urn:microsoft.com/office/officeart/2005/8/layout/vList5"/>
    <dgm:cxn modelId="{1A98C172-29FA-41FF-819E-05B04CF8B684}" type="presParOf" srcId="{36E61787-5E1D-479F-8E10-8E1AA38E2314}" destId="{9F296089-B942-4AA7-8EEA-F788247DE6D3}" srcOrd="0" destOrd="0" presId="urn:microsoft.com/office/officeart/2005/8/layout/vList5"/>
    <dgm:cxn modelId="{2785A657-FCAA-4A63-9EC9-A61C52A5DD3E}" type="presParOf" srcId="{E842A60A-884B-424B-B9DA-076A318BF678}" destId="{2234054F-99DE-418B-A2EF-288AB4B53169}" srcOrd="9" destOrd="0" presId="urn:microsoft.com/office/officeart/2005/8/layout/vList5"/>
    <dgm:cxn modelId="{65B04BFA-D1E2-4F50-AB7B-BA6809E078A1}" type="presParOf" srcId="{E842A60A-884B-424B-B9DA-076A318BF678}" destId="{1736365E-26A9-4B2E-AAD0-D02FD2F74162}" srcOrd="10" destOrd="0" presId="urn:microsoft.com/office/officeart/2005/8/layout/vList5"/>
    <dgm:cxn modelId="{7749514F-2C78-469A-AD8A-989B30487398}" type="presParOf" srcId="{1736365E-26A9-4B2E-AAD0-D02FD2F74162}" destId="{69A5E079-E163-4063-8F07-3CA6830F8AAA}" srcOrd="0" destOrd="0" presId="urn:microsoft.com/office/officeart/2005/8/layout/vList5"/>
    <dgm:cxn modelId="{8F76973A-9C05-4D8F-AF30-177344CFB62B}" type="presParOf" srcId="{E842A60A-884B-424B-B9DA-076A318BF678}" destId="{CFAA1B8A-E193-4942-9013-028F396B22F0}" srcOrd="11" destOrd="0" presId="urn:microsoft.com/office/officeart/2005/8/layout/vList5"/>
    <dgm:cxn modelId="{D0858729-66DA-42A3-9FBD-7F8E4516E102}" type="presParOf" srcId="{E842A60A-884B-424B-B9DA-076A318BF678}" destId="{B22FE9F0-DF8A-4741-9D3E-73E6B11B61D7}" srcOrd="12" destOrd="0" presId="urn:microsoft.com/office/officeart/2005/8/layout/vList5"/>
    <dgm:cxn modelId="{0D7733E0-BB2C-4C7B-BE53-C3241FA43617}" type="presParOf" srcId="{B22FE9F0-DF8A-4741-9D3E-73E6B11B61D7}" destId="{4D769778-A824-4EE7-95A4-101CC03E6FF5}" srcOrd="0" destOrd="0" presId="urn:microsoft.com/office/officeart/2005/8/layout/vList5"/>
    <dgm:cxn modelId="{BF56F12A-9405-4DB5-BD00-D30A0CDA606B}" type="presParOf" srcId="{E842A60A-884B-424B-B9DA-076A318BF678}" destId="{16F330D7-7B5F-410C-9AA2-856A3CDE2AD4}" srcOrd="13" destOrd="0" presId="urn:microsoft.com/office/officeart/2005/8/layout/vList5"/>
    <dgm:cxn modelId="{586E210D-7565-471A-BD39-BC05C99419A8}" type="presParOf" srcId="{E842A60A-884B-424B-B9DA-076A318BF678}" destId="{4EF76465-A496-434C-960A-67496706E157}" srcOrd="14" destOrd="0" presId="urn:microsoft.com/office/officeart/2005/8/layout/vList5"/>
    <dgm:cxn modelId="{4E14F246-F8EE-496E-B65B-8546659AD9D0}" type="presParOf" srcId="{4EF76465-A496-434C-960A-67496706E157}" destId="{48440D06-1174-4F4C-9AA7-70391448CE90}" srcOrd="0" destOrd="0" presId="urn:microsoft.com/office/officeart/2005/8/layout/vList5"/>
    <dgm:cxn modelId="{60DBC051-26E1-4B62-AC3F-7128EB6B7041}" type="presParOf" srcId="{E842A60A-884B-424B-B9DA-076A318BF678}" destId="{8E92D536-E73D-4663-B35B-4FDDB44AB2F1}" srcOrd="15" destOrd="0" presId="urn:microsoft.com/office/officeart/2005/8/layout/vList5"/>
    <dgm:cxn modelId="{537FBF70-1623-4168-B434-3A855F6CD8F4}" type="presParOf" srcId="{E842A60A-884B-424B-B9DA-076A318BF678}" destId="{9E1EB86B-D6DF-4D66-8BFC-CD45A9362C8F}" srcOrd="16" destOrd="0" presId="urn:microsoft.com/office/officeart/2005/8/layout/vList5"/>
    <dgm:cxn modelId="{0F6AC7B1-DAA4-4754-94D1-8FE58B5D7BCE}" type="presParOf" srcId="{9E1EB86B-D6DF-4D66-8BFC-CD45A9362C8F}" destId="{0D717D49-6012-4C31-8D9E-E83F082828B0}" srcOrd="0" destOrd="0" presId="urn:microsoft.com/office/officeart/2005/8/layout/vList5"/>
    <dgm:cxn modelId="{E43F4C77-F859-4B28-92D1-0E09D6682AE6}" type="presParOf" srcId="{E842A60A-884B-424B-B9DA-076A318BF678}" destId="{1B08C5AD-0195-497D-9F6F-53C73B9659A4}" srcOrd="17" destOrd="0" presId="urn:microsoft.com/office/officeart/2005/8/layout/vList5"/>
    <dgm:cxn modelId="{68104281-172D-4204-BCF2-39A6A9E2C35C}" type="presParOf" srcId="{E842A60A-884B-424B-B9DA-076A318BF678}" destId="{8F7C23EE-1180-400B-B9B8-606040D61C9C}" srcOrd="18" destOrd="0" presId="urn:microsoft.com/office/officeart/2005/8/layout/vList5"/>
    <dgm:cxn modelId="{A0AA7DF8-0492-437D-A940-EAA6D4046E08}" type="presParOf" srcId="{8F7C23EE-1180-400B-B9B8-606040D61C9C}" destId="{8B797F7D-2176-48C0-BB0C-578676564209}" srcOrd="0" destOrd="0" presId="urn:microsoft.com/office/officeart/2005/8/layout/vList5"/>
    <dgm:cxn modelId="{70FE1666-D00C-4782-885B-6045B93A084C}" type="presParOf" srcId="{E842A60A-884B-424B-B9DA-076A318BF678}" destId="{DBFB758C-AA80-45E3-8A34-C6C748194C02}" srcOrd="19" destOrd="0" presId="urn:microsoft.com/office/officeart/2005/8/layout/vList5"/>
    <dgm:cxn modelId="{009551AB-7A00-49CA-A315-203C79747B8E}" type="presParOf" srcId="{E842A60A-884B-424B-B9DA-076A318BF678}" destId="{F9AFBFD3-F8AC-48CF-829F-BFE10A64F826}" srcOrd="20" destOrd="0" presId="urn:microsoft.com/office/officeart/2005/8/layout/vList5"/>
    <dgm:cxn modelId="{9183B827-0862-499A-A68C-6D4BF327F568}" type="presParOf" srcId="{F9AFBFD3-F8AC-48CF-829F-BFE10A64F826}" destId="{5C0190AC-0130-452A-8A9F-0A6272C5F842}" srcOrd="0" destOrd="0" presId="urn:microsoft.com/office/officeart/2005/8/layout/vList5"/>
    <dgm:cxn modelId="{68779C36-131A-48DD-9133-29AD86C89B9B}" type="presParOf" srcId="{E842A60A-884B-424B-B9DA-076A318BF678}" destId="{6262FC69-92A2-4676-9B91-8CBA8CD8530E}" srcOrd="21" destOrd="0" presId="urn:microsoft.com/office/officeart/2005/8/layout/vList5"/>
    <dgm:cxn modelId="{D58A0749-E7DF-4BA0-B0B1-84D44B03850A}" type="presParOf" srcId="{E842A60A-884B-424B-B9DA-076A318BF678}" destId="{617CA566-30F2-4B1D-972C-FBBC20F62E1E}" srcOrd="22" destOrd="0" presId="urn:microsoft.com/office/officeart/2005/8/layout/vList5"/>
    <dgm:cxn modelId="{CF204649-D78E-49A3-8F7D-85263926E4B8}" type="presParOf" srcId="{617CA566-30F2-4B1D-972C-FBBC20F62E1E}" destId="{B4EEF9E6-4901-4EAE-9B5C-846E648302FA}" srcOrd="0" destOrd="0" presId="urn:microsoft.com/office/officeart/2005/8/layout/vList5"/>
    <dgm:cxn modelId="{8919DB5C-E8C0-4738-AFDD-652564F22D8F}" type="presParOf" srcId="{E842A60A-884B-424B-B9DA-076A318BF678}" destId="{BBA5DDB1-F1D0-4AD3-9537-60A33F7215B1}" srcOrd="23" destOrd="0" presId="urn:microsoft.com/office/officeart/2005/8/layout/vList5"/>
    <dgm:cxn modelId="{05F813AD-2290-42EE-A65E-BDC9CF178579}" type="presParOf" srcId="{E842A60A-884B-424B-B9DA-076A318BF678}" destId="{396CCF3E-88B0-459C-9998-972399D38C97}" srcOrd="24" destOrd="0" presId="urn:microsoft.com/office/officeart/2005/8/layout/vList5"/>
    <dgm:cxn modelId="{61A50321-DC3D-4701-AD76-FBB8141FC8D9}" type="presParOf" srcId="{396CCF3E-88B0-459C-9998-972399D38C97}" destId="{8EE29C68-8E92-4C37-90F4-E7E09B9AAF2A}" srcOrd="0" destOrd="0" presId="urn:microsoft.com/office/officeart/2005/8/layout/vList5"/>
    <dgm:cxn modelId="{CB9F33E9-5E26-47E7-B41D-621F52FEE352}" type="presParOf" srcId="{E842A60A-884B-424B-B9DA-076A318BF678}" destId="{8FBD65BD-9D37-4647-AD03-EB71945AA47A}" srcOrd="25" destOrd="0" presId="urn:microsoft.com/office/officeart/2005/8/layout/vList5"/>
    <dgm:cxn modelId="{06669ED5-2AFF-4EC6-8A83-AFA4F70B138C}" type="presParOf" srcId="{E842A60A-884B-424B-B9DA-076A318BF678}" destId="{91C57C0B-99DB-4BC0-9B23-DEF7307A2F4E}" srcOrd="26" destOrd="0" presId="urn:microsoft.com/office/officeart/2005/8/layout/vList5"/>
    <dgm:cxn modelId="{16BAD610-89E2-44CB-99A3-74E3A1AD7281}" type="presParOf" srcId="{91C57C0B-99DB-4BC0-9B23-DEF7307A2F4E}" destId="{2AD886F7-0C94-43F3-B24C-3596A3977BB5}" srcOrd="0" destOrd="0" presId="urn:microsoft.com/office/officeart/2005/8/layout/vList5"/>
    <dgm:cxn modelId="{6BD945DD-4A1D-4659-8D69-FB759DB188C0}" type="presParOf" srcId="{E842A60A-884B-424B-B9DA-076A318BF678}" destId="{492C5A43-229D-48C8-ADBA-AA7EF06F4B6C}" srcOrd="27" destOrd="0" presId="urn:microsoft.com/office/officeart/2005/8/layout/vList5"/>
    <dgm:cxn modelId="{FCE471D8-EF9D-444E-B058-B6A3921032CB}" type="presParOf" srcId="{E842A60A-884B-424B-B9DA-076A318BF678}" destId="{7B92516F-C611-444C-AC82-BD8381DA9096}" srcOrd="28" destOrd="0" presId="urn:microsoft.com/office/officeart/2005/8/layout/vList5"/>
    <dgm:cxn modelId="{1927EF2F-9782-412C-9A26-5771056EFB1D}" type="presParOf" srcId="{7B92516F-C611-444C-AC82-BD8381DA9096}" destId="{F51F484D-ABAE-4635-AAA4-D364F5218E95}" srcOrd="0" destOrd="0" presId="urn:microsoft.com/office/officeart/2005/8/layout/vList5"/>
    <dgm:cxn modelId="{F94ABFBE-9EE9-49DA-90B0-801BFF71DB96}" type="presParOf" srcId="{E842A60A-884B-424B-B9DA-076A318BF678}" destId="{930D911D-33B4-4A3E-AFD2-838390BC31D9}" srcOrd="29" destOrd="0" presId="urn:microsoft.com/office/officeart/2005/8/layout/vList5"/>
    <dgm:cxn modelId="{2F7E91A9-9C09-4C64-93CA-145D52E88CE0}" type="presParOf" srcId="{E842A60A-884B-424B-B9DA-076A318BF678}" destId="{39A6A57A-9CB1-4959-8FF1-0C13A4D1416F}" srcOrd="30" destOrd="0" presId="urn:microsoft.com/office/officeart/2005/8/layout/vList5"/>
    <dgm:cxn modelId="{7FD4158A-3ED9-49E8-9308-7034652107C4}" type="presParOf" srcId="{39A6A57A-9CB1-4959-8FF1-0C13A4D1416F}" destId="{8AC23C61-9ECB-4905-A9EB-9AF1B343265C}" srcOrd="0" destOrd="0" presId="urn:microsoft.com/office/officeart/2005/8/layout/vList5"/>
    <dgm:cxn modelId="{0A7CA665-A815-4BAC-B137-87A8DF83DFC9}" type="presParOf" srcId="{E842A60A-884B-424B-B9DA-076A318BF678}" destId="{71C12817-C032-4426-AE30-24D9F75AB3E7}" srcOrd="31" destOrd="0" presId="urn:microsoft.com/office/officeart/2005/8/layout/vList5"/>
    <dgm:cxn modelId="{AC9CBB36-909B-4FAA-917E-8C597F13BEC8}" type="presParOf" srcId="{E842A60A-884B-424B-B9DA-076A318BF678}" destId="{0E497756-B004-4535-9751-3F272F1A8B29}" srcOrd="32" destOrd="0" presId="urn:microsoft.com/office/officeart/2005/8/layout/vList5"/>
    <dgm:cxn modelId="{8E62B01C-1160-40D5-8BB0-95EE1FBF763F}" type="presParOf" srcId="{0E497756-B004-4535-9751-3F272F1A8B29}" destId="{DA580627-4261-494C-A86E-2E15452B3C06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D56DE94-66E9-4082-8016-9FD9E59554F1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49B2116B-C263-45F7-9960-0A98CD2A3053}">
      <dgm:prSet/>
      <dgm:spPr/>
      <dgm:t>
        <a:bodyPr/>
        <a:lstStyle/>
        <a:p>
          <a:r>
            <a:rPr lang="en-IN"/>
            <a:t>Agent 1 → Knowledge Extraction</a:t>
          </a:r>
        </a:p>
      </dgm:t>
    </dgm:pt>
    <dgm:pt modelId="{DBFB0A73-128A-46E6-863E-4319A9037B94}" type="parTrans" cxnId="{BD538972-9E94-49B3-BC61-C64D7A86E579}">
      <dgm:prSet/>
      <dgm:spPr/>
      <dgm:t>
        <a:bodyPr/>
        <a:lstStyle/>
        <a:p>
          <a:endParaRPr lang="en-IN"/>
        </a:p>
      </dgm:t>
    </dgm:pt>
    <dgm:pt modelId="{8648E53C-D934-42A4-8124-3124AB876520}" type="sibTrans" cxnId="{BD538972-9E94-49B3-BC61-C64D7A86E579}">
      <dgm:prSet/>
      <dgm:spPr/>
      <dgm:t>
        <a:bodyPr/>
        <a:lstStyle/>
        <a:p>
          <a:endParaRPr lang="en-IN"/>
        </a:p>
      </dgm:t>
    </dgm:pt>
    <dgm:pt modelId="{7F9BE1B0-AD68-4382-89C7-7CA572CA4A1D}">
      <dgm:prSet/>
      <dgm:spPr/>
      <dgm:t>
        <a:bodyPr/>
        <a:lstStyle/>
        <a:p>
          <a:r>
            <a:rPr lang="en-IN"/>
            <a:t>Agent 2 → Root-Cause Classification</a:t>
          </a:r>
        </a:p>
      </dgm:t>
    </dgm:pt>
    <dgm:pt modelId="{452FF2D3-D2A5-4357-B5E7-7FF0AB0CFB1A}" type="parTrans" cxnId="{3454ADF9-867C-4C9B-8977-C8DB91202A4E}">
      <dgm:prSet/>
      <dgm:spPr/>
      <dgm:t>
        <a:bodyPr/>
        <a:lstStyle/>
        <a:p>
          <a:endParaRPr lang="en-IN"/>
        </a:p>
      </dgm:t>
    </dgm:pt>
    <dgm:pt modelId="{F14E0FBA-4AB4-41BE-A3BF-D96BE8B7A2B0}" type="sibTrans" cxnId="{3454ADF9-867C-4C9B-8977-C8DB91202A4E}">
      <dgm:prSet/>
      <dgm:spPr/>
      <dgm:t>
        <a:bodyPr/>
        <a:lstStyle/>
        <a:p>
          <a:endParaRPr lang="en-IN"/>
        </a:p>
      </dgm:t>
    </dgm:pt>
    <dgm:pt modelId="{C599FC66-BC4A-4642-BBC8-915DDCAD05AF}">
      <dgm:prSet/>
      <dgm:spPr/>
      <dgm:t>
        <a:bodyPr/>
        <a:lstStyle/>
        <a:p>
          <a:r>
            <a:rPr lang="en-IN"/>
            <a:t>Agent 3 → RTL Root-Cause Analysis</a:t>
          </a:r>
        </a:p>
      </dgm:t>
    </dgm:pt>
    <dgm:pt modelId="{2D398776-A976-45F5-96B8-A9962769FDD8}" type="parTrans" cxnId="{C8E45A17-3282-4608-B8D5-D7343610B667}">
      <dgm:prSet/>
      <dgm:spPr/>
      <dgm:t>
        <a:bodyPr/>
        <a:lstStyle/>
        <a:p>
          <a:endParaRPr lang="en-IN"/>
        </a:p>
      </dgm:t>
    </dgm:pt>
    <dgm:pt modelId="{361C9602-36F4-4588-BC5E-AFC2FF87F4CB}" type="sibTrans" cxnId="{C8E45A17-3282-4608-B8D5-D7343610B667}">
      <dgm:prSet/>
      <dgm:spPr/>
      <dgm:t>
        <a:bodyPr/>
        <a:lstStyle/>
        <a:p>
          <a:endParaRPr lang="en-IN"/>
        </a:p>
      </dgm:t>
    </dgm:pt>
    <dgm:pt modelId="{B788BB00-5130-45E9-B6AF-CA65CD5E7379}">
      <dgm:prSet/>
      <dgm:spPr/>
      <dgm:t>
        <a:bodyPr/>
        <a:lstStyle/>
        <a:p>
          <a:r>
            <a:rPr lang="en-IN"/>
            <a:t>Agent 4 → Report Generation</a:t>
          </a:r>
        </a:p>
      </dgm:t>
    </dgm:pt>
    <dgm:pt modelId="{4F17B908-FD46-49AC-872C-049936F69A65}" type="parTrans" cxnId="{618CBC1C-F7AD-4655-B0CD-8D9619D6FED8}">
      <dgm:prSet/>
      <dgm:spPr/>
      <dgm:t>
        <a:bodyPr/>
        <a:lstStyle/>
        <a:p>
          <a:endParaRPr lang="en-IN"/>
        </a:p>
      </dgm:t>
    </dgm:pt>
    <dgm:pt modelId="{08D63937-AF7A-4CDC-B85D-B1BF67BF4CCA}" type="sibTrans" cxnId="{618CBC1C-F7AD-4655-B0CD-8D9619D6FED8}">
      <dgm:prSet/>
      <dgm:spPr/>
      <dgm:t>
        <a:bodyPr/>
        <a:lstStyle/>
        <a:p>
          <a:endParaRPr lang="en-IN"/>
        </a:p>
      </dgm:t>
    </dgm:pt>
    <dgm:pt modelId="{62C8DB69-E651-479C-972E-E2D9632FDFF4}">
      <dgm:prSet/>
      <dgm:spPr/>
      <dgm:t>
        <a:bodyPr/>
        <a:lstStyle/>
        <a:p>
          <a:r>
            <a:rPr lang="en-IN"/>
            <a:t>Agent 5 → Fix Generation</a:t>
          </a:r>
        </a:p>
      </dgm:t>
    </dgm:pt>
    <dgm:pt modelId="{8016E136-F98C-4C19-B619-BB150BA16A33}" type="parTrans" cxnId="{F6C797F3-AC94-4052-9843-459777B87249}">
      <dgm:prSet/>
      <dgm:spPr/>
      <dgm:t>
        <a:bodyPr/>
        <a:lstStyle/>
        <a:p>
          <a:endParaRPr lang="en-IN"/>
        </a:p>
      </dgm:t>
    </dgm:pt>
    <dgm:pt modelId="{24561A69-9A33-4E2C-8055-03107D441791}" type="sibTrans" cxnId="{F6C797F3-AC94-4052-9843-459777B87249}">
      <dgm:prSet/>
      <dgm:spPr/>
      <dgm:t>
        <a:bodyPr/>
        <a:lstStyle/>
        <a:p>
          <a:endParaRPr lang="en-IN"/>
        </a:p>
      </dgm:t>
    </dgm:pt>
    <dgm:pt modelId="{BB5C8331-A358-4538-A918-87FBDB86BBEB}" type="pres">
      <dgm:prSet presAssocID="{6D56DE94-66E9-4082-8016-9FD9E59554F1}" presName="Name0" presStyleCnt="0">
        <dgm:presLayoutVars>
          <dgm:dir/>
          <dgm:animLvl val="lvl"/>
          <dgm:resizeHandles val="exact"/>
        </dgm:presLayoutVars>
      </dgm:prSet>
      <dgm:spPr/>
    </dgm:pt>
    <dgm:pt modelId="{D221E16F-D11C-4EF5-B008-99D1BBEE5CBA}" type="pres">
      <dgm:prSet presAssocID="{49B2116B-C263-45F7-9960-0A98CD2A3053}" presName="linNode" presStyleCnt="0"/>
      <dgm:spPr/>
    </dgm:pt>
    <dgm:pt modelId="{49DB254E-F79C-437A-84EC-956A66C85E02}" type="pres">
      <dgm:prSet presAssocID="{49B2116B-C263-45F7-9960-0A98CD2A3053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36EE11E0-B355-41EA-9531-A6AD99ABA1F8}" type="pres">
      <dgm:prSet presAssocID="{8648E53C-D934-42A4-8124-3124AB876520}" presName="sp" presStyleCnt="0"/>
      <dgm:spPr/>
    </dgm:pt>
    <dgm:pt modelId="{DF22B68A-C1C3-4EB3-A010-786D8AF5970A}" type="pres">
      <dgm:prSet presAssocID="{7F9BE1B0-AD68-4382-89C7-7CA572CA4A1D}" presName="linNode" presStyleCnt="0"/>
      <dgm:spPr/>
    </dgm:pt>
    <dgm:pt modelId="{A70B5E8C-D5BA-40F2-8F86-29D31F98DCA6}" type="pres">
      <dgm:prSet presAssocID="{7F9BE1B0-AD68-4382-89C7-7CA572CA4A1D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38BEDCE8-A159-4C3C-9BAB-33C5E85FAB8F}" type="pres">
      <dgm:prSet presAssocID="{F14E0FBA-4AB4-41BE-A3BF-D96BE8B7A2B0}" presName="sp" presStyleCnt="0"/>
      <dgm:spPr/>
    </dgm:pt>
    <dgm:pt modelId="{25C0D2A4-27BC-4F33-95F8-A5FA4A236C69}" type="pres">
      <dgm:prSet presAssocID="{C599FC66-BC4A-4642-BBC8-915DDCAD05AF}" presName="linNode" presStyleCnt="0"/>
      <dgm:spPr/>
    </dgm:pt>
    <dgm:pt modelId="{FA21CC74-5623-4E5E-8C53-D1DECF88100C}" type="pres">
      <dgm:prSet presAssocID="{C599FC66-BC4A-4642-BBC8-915DDCAD05AF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8D032F96-A8FD-4F75-B0E8-7C277E37CE61}" type="pres">
      <dgm:prSet presAssocID="{361C9602-36F4-4588-BC5E-AFC2FF87F4CB}" presName="sp" presStyleCnt="0"/>
      <dgm:spPr/>
    </dgm:pt>
    <dgm:pt modelId="{34254FE3-0E0C-4B81-87D7-B4A5EDDE844A}" type="pres">
      <dgm:prSet presAssocID="{B788BB00-5130-45E9-B6AF-CA65CD5E7379}" presName="linNode" presStyleCnt="0"/>
      <dgm:spPr/>
    </dgm:pt>
    <dgm:pt modelId="{9143495B-0139-42EB-8FDC-654E944652CB}" type="pres">
      <dgm:prSet presAssocID="{B788BB00-5130-45E9-B6AF-CA65CD5E7379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6D8B9FD3-F784-4133-A349-18F37BBED33B}" type="pres">
      <dgm:prSet presAssocID="{08D63937-AF7A-4CDC-B85D-B1BF67BF4CCA}" presName="sp" presStyleCnt="0"/>
      <dgm:spPr/>
    </dgm:pt>
    <dgm:pt modelId="{16A8EC36-B91D-471B-8D9C-820174C77BF7}" type="pres">
      <dgm:prSet presAssocID="{62C8DB69-E651-479C-972E-E2D9632FDFF4}" presName="linNode" presStyleCnt="0"/>
      <dgm:spPr/>
    </dgm:pt>
    <dgm:pt modelId="{8927ADD4-CBF6-4F69-BF70-DA3F0A6BEA78}" type="pres">
      <dgm:prSet presAssocID="{62C8DB69-E651-479C-972E-E2D9632FDFF4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C8E45A17-3282-4608-B8D5-D7343610B667}" srcId="{6D56DE94-66E9-4082-8016-9FD9E59554F1}" destId="{C599FC66-BC4A-4642-BBC8-915DDCAD05AF}" srcOrd="2" destOrd="0" parTransId="{2D398776-A976-45F5-96B8-A9962769FDD8}" sibTransId="{361C9602-36F4-4588-BC5E-AFC2FF87F4CB}"/>
    <dgm:cxn modelId="{618CBC1C-F7AD-4655-B0CD-8D9619D6FED8}" srcId="{6D56DE94-66E9-4082-8016-9FD9E59554F1}" destId="{B788BB00-5130-45E9-B6AF-CA65CD5E7379}" srcOrd="3" destOrd="0" parTransId="{4F17B908-FD46-49AC-872C-049936F69A65}" sibTransId="{08D63937-AF7A-4CDC-B85D-B1BF67BF4CCA}"/>
    <dgm:cxn modelId="{F017E831-48D2-4565-891F-BBA9FAA4E5F4}" type="presOf" srcId="{C599FC66-BC4A-4642-BBC8-915DDCAD05AF}" destId="{FA21CC74-5623-4E5E-8C53-D1DECF88100C}" srcOrd="0" destOrd="0" presId="urn:microsoft.com/office/officeart/2005/8/layout/vList5"/>
    <dgm:cxn modelId="{5EA5DC38-B72F-4BCB-ABEC-23E35C543525}" type="presOf" srcId="{62C8DB69-E651-479C-972E-E2D9632FDFF4}" destId="{8927ADD4-CBF6-4F69-BF70-DA3F0A6BEA78}" srcOrd="0" destOrd="0" presId="urn:microsoft.com/office/officeart/2005/8/layout/vList5"/>
    <dgm:cxn modelId="{DAB85D5F-6637-45D0-82AC-7EFBE0C54103}" type="presOf" srcId="{49B2116B-C263-45F7-9960-0A98CD2A3053}" destId="{49DB254E-F79C-437A-84EC-956A66C85E02}" srcOrd="0" destOrd="0" presId="urn:microsoft.com/office/officeart/2005/8/layout/vList5"/>
    <dgm:cxn modelId="{E1BA0267-727F-45CE-82BC-CC09F99D5E43}" type="presOf" srcId="{6D56DE94-66E9-4082-8016-9FD9E59554F1}" destId="{BB5C8331-A358-4538-A918-87FBDB86BBEB}" srcOrd="0" destOrd="0" presId="urn:microsoft.com/office/officeart/2005/8/layout/vList5"/>
    <dgm:cxn modelId="{BD538972-9E94-49B3-BC61-C64D7A86E579}" srcId="{6D56DE94-66E9-4082-8016-9FD9E59554F1}" destId="{49B2116B-C263-45F7-9960-0A98CD2A3053}" srcOrd="0" destOrd="0" parTransId="{DBFB0A73-128A-46E6-863E-4319A9037B94}" sibTransId="{8648E53C-D934-42A4-8124-3124AB876520}"/>
    <dgm:cxn modelId="{FC327C96-5F59-4730-9A9F-86CC3586708C}" type="presOf" srcId="{B788BB00-5130-45E9-B6AF-CA65CD5E7379}" destId="{9143495B-0139-42EB-8FDC-654E944652CB}" srcOrd="0" destOrd="0" presId="urn:microsoft.com/office/officeart/2005/8/layout/vList5"/>
    <dgm:cxn modelId="{95F7E1D7-AAA7-461B-ACE4-8AF3C73B458D}" type="presOf" srcId="{7F9BE1B0-AD68-4382-89C7-7CA572CA4A1D}" destId="{A70B5E8C-D5BA-40F2-8F86-29D31F98DCA6}" srcOrd="0" destOrd="0" presId="urn:microsoft.com/office/officeart/2005/8/layout/vList5"/>
    <dgm:cxn modelId="{F6C797F3-AC94-4052-9843-459777B87249}" srcId="{6D56DE94-66E9-4082-8016-9FD9E59554F1}" destId="{62C8DB69-E651-479C-972E-E2D9632FDFF4}" srcOrd="4" destOrd="0" parTransId="{8016E136-F98C-4C19-B619-BB150BA16A33}" sibTransId="{24561A69-9A33-4E2C-8055-03107D441791}"/>
    <dgm:cxn modelId="{3454ADF9-867C-4C9B-8977-C8DB91202A4E}" srcId="{6D56DE94-66E9-4082-8016-9FD9E59554F1}" destId="{7F9BE1B0-AD68-4382-89C7-7CA572CA4A1D}" srcOrd="1" destOrd="0" parTransId="{452FF2D3-D2A5-4357-B5E7-7FF0AB0CFB1A}" sibTransId="{F14E0FBA-4AB4-41BE-A3BF-D96BE8B7A2B0}"/>
    <dgm:cxn modelId="{4CD89E3B-27CA-477F-82AA-A950BB5D28D4}" type="presParOf" srcId="{BB5C8331-A358-4538-A918-87FBDB86BBEB}" destId="{D221E16F-D11C-4EF5-B008-99D1BBEE5CBA}" srcOrd="0" destOrd="0" presId="urn:microsoft.com/office/officeart/2005/8/layout/vList5"/>
    <dgm:cxn modelId="{619655E7-0C10-4113-9E88-21ABB7BA5BBC}" type="presParOf" srcId="{D221E16F-D11C-4EF5-B008-99D1BBEE5CBA}" destId="{49DB254E-F79C-437A-84EC-956A66C85E02}" srcOrd="0" destOrd="0" presId="urn:microsoft.com/office/officeart/2005/8/layout/vList5"/>
    <dgm:cxn modelId="{1E16C33A-2E7F-4FC3-8DC0-282D781139B1}" type="presParOf" srcId="{BB5C8331-A358-4538-A918-87FBDB86BBEB}" destId="{36EE11E0-B355-41EA-9531-A6AD99ABA1F8}" srcOrd="1" destOrd="0" presId="urn:microsoft.com/office/officeart/2005/8/layout/vList5"/>
    <dgm:cxn modelId="{A38C39F6-5657-490E-819D-B010F7B60066}" type="presParOf" srcId="{BB5C8331-A358-4538-A918-87FBDB86BBEB}" destId="{DF22B68A-C1C3-4EB3-A010-786D8AF5970A}" srcOrd="2" destOrd="0" presId="urn:microsoft.com/office/officeart/2005/8/layout/vList5"/>
    <dgm:cxn modelId="{B6DC1C40-F895-4014-8691-C4C0CE01151D}" type="presParOf" srcId="{DF22B68A-C1C3-4EB3-A010-786D8AF5970A}" destId="{A70B5E8C-D5BA-40F2-8F86-29D31F98DCA6}" srcOrd="0" destOrd="0" presId="urn:microsoft.com/office/officeart/2005/8/layout/vList5"/>
    <dgm:cxn modelId="{F3052E36-AF96-43CD-B8A0-B1CEFAB7C1FF}" type="presParOf" srcId="{BB5C8331-A358-4538-A918-87FBDB86BBEB}" destId="{38BEDCE8-A159-4C3C-9BAB-33C5E85FAB8F}" srcOrd="3" destOrd="0" presId="urn:microsoft.com/office/officeart/2005/8/layout/vList5"/>
    <dgm:cxn modelId="{2FF6B10B-1909-42F9-ABDD-D255C97989E5}" type="presParOf" srcId="{BB5C8331-A358-4538-A918-87FBDB86BBEB}" destId="{25C0D2A4-27BC-4F33-95F8-A5FA4A236C69}" srcOrd="4" destOrd="0" presId="urn:microsoft.com/office/officeart/2005/8/layout/vList5"/>
    <dgm:cxn modelId="{B04FCCCB-3610-401E-8C75-E6A85D6B79A2}" type="presParOf" srcId="{25C0D2A4-27BC-4F33-95F8-A5FA4A236C69}" destId="{FA21CC74-5623-4E5E-8C53-D1DECF88100C}" srcOrd="0" destOrd="0" presId="urn:microsoft.com/office/officeart/2005/8/layout/vList5"/>
    <dgm:cxn modelId="{4EA04333-9626-466C-9147-BE2646DA4788}" type="presParOf" srcId="{BB5C8331-A358-4538-A918-87FBDB86BBEB}" destId="{8D032F96-A8FD-4F75-B0E8-7C277E37CE61}" srcOrd="5" destOrd="0" presId="urn:microsoft.com/office/officeart/2005/8/layout/vList5"/>
    <dgm:cxn modelId="{85C79B98-065F-4EC2-B24C-D1568F34728F}" type="presParOf" srcId="{BB5C8331-A358-4538-A918-87FBDB86BBEB}" destId="{34254FE3-0E0C-4B81-87D7-B4A5EDDE844A}" srcOrd="6" destOrd="0" presId="urn:microsoft.com/office/officeart/2005/8/layout/vList5"/>
    <dgm:cxn modelId="{F371E336-A098-4E3F-A342-953482330FF9}" type="presParOf" srcId="{34254FE3-0E0C-4B81-87D7-B4A5EDDE844A}" destId="{9143495B-0139-42EB-8FDC-654E944652CB}" srcOrd="0" destOrd="0" presId="urn:microsoft.com/office/officeart/2005/8/layout/vList5"/>
    <dgm:cxn modelId="{45CD3728-8B8E-46AB-A00E-8D6C5D57FFE3}" type="presParOf" srcId="{BB5C8331-A358-4538-A918-87FBDB86BBEB}" destId="{6D8B9FD3-F784-4133-A349-18F37BBED33B}" srcOrd="7" destOrd="0" presId="urn:microsoft.com/office/officeart/2005/8/layout/vList5"/>
    <dgm:cxn modelId="{0E34A8CF-32F0-4A9A-9533-4454352B117B}" type="presParOf" srcId="{BB5C8331-A358-4538-A918-87FBDB86BBEB}" destId="{16A8EC36-B91D-471B-8D9C-820174C77BF7}" srcOrd="8" destOrd="0" presId="urn:microsoft.com/office/officeart/2005/8/layout/vList5"/>
    <dgm:cxn modelId="{6D121FF5-AB7B-4C50-BDC4-8A4D22847EEF}" type="presParOf" srcId="{16A8EC36-B91D-471B-8D9C-820174C77BF7}" destId="{8927ADD4-CBF6-4F69-BF70-DA3F0A6BEA78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28D0DA-90D3-4484-8CE8-20D6B3170A9A}">
      <dsp:nvSpPr>
        <dsp:cNvPr id="0" name=""/>
        <dsp:cNvSpPr/>
      </dsp:nvSpPr>
      <dsp:spPr>
        <a:xfrm>
          <a:off x="2097023" y="1247"/>
          <a:ext cx="2359152" cy="28684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Regression Failure</a:t>
          </a:r>
          <a:endParaRPr lang="en-IN" sz="1400" kern="1200" dirty="0"/>
        </a:p>
      </dsp:txBody>
      <dsp:txXfrm>
        <a:off x="2111025" y="15249"/>
        <a:ext cx="2331148" cy="258838"/>
      </dsp:txXfrm>
    </dsp:sp>
    <dsp:sp modelId="{2B18314C-83B7-4CB9-8BE3-E264CE6CCEE3}">
      <dsp:nvSpPr>
        <dsp:cNvPr id="0" name=""/>
        <dsp:cNvSpPr/>
      </dsp:nvSpPr>
      <dsp:spPr>
        <a:xfrm>
          <a:off x="2097023" y="302432"/>
          <a:ext cx="2359152" cy="28684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↓</a:t>
          </a:r>
          <a:endParaRPr lang="en-IN" sz="1400" kern="1200" dirty="0"/>
        </a:p>
      </dsp:txBody>
      <dsp:txXfrm>
        <a:off x="2111025" y="316434"/>
        <a:ext cx="2331148" cy="258838"/>
      </dsp:txXfrm>
    </dsp:sp>
    <dsp:sp modelId="{41AD1F76-0FA2-48A0-9A06-94696EAF23CE}">
      <dsp:nvSpPr>
        <dsp:cNvPr id="0" name=""/>
        <dsp:cNvSpPr/>
      </dsp:nvSpPr>
      <dsp:spPr>
        <a:xfrm>
          <a:off x="2097023" y="603617"/>
          <a:ext cx="2359152" cy="28684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Read Simulation Log</a:t>
          </a:r>
          <a:endParaRPr lang="en-IN" sz="1400" kern="1200"/>
        </a:p>
      </dsp:txBody>
      <dsp:txXfrm>
        <a:off x="2111025" y="617619"/>
        <a:ext cx="2331148" cy="258838"/>
      </dsp:txXfrm>
    </dsp:sp>
    <dsp:sp modelId="{70FB7192-D6CF-47A9-A6B3-B2AC61864E3F}">
      <dsp:nvSpPr>
        <dsp:cNvPr id="0" name=""/>
        <dsp:cNvSpPr/>
      </dsp:nvSpPr>
      <dsp:spPr>
        <a:xfrm>
          <a:off x="2097023" y="904802"/>
          <a:ext cx="2359152" cy="28684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↓</a:t>
          </a:r>
          <a:endParaRPr lang="en-IN" sz="1400" kern="1200"/>
        </a:p>
      </dsp:txBody>
      <dsp:txXfrm>
        <a:off x="2111025" y="918804"/>
        <a:ext cx="2331148" cy="258838"/>
      </dsp:txXfrm>
    </dsp:sp>
    <dsp:sp modelId="{D6945068-EBF3-48AB-9C8D-6EED756C720C}">
      <dsp:nvSpPr>
        <dsp:cNvPr id="0" name=""/>
        <dsp:cNvSpPr/>
      </dsp:nvSpPr>
      <dsp:spPr>
        <a:xfrm>
          <a:off x="2097023" y="1205987"/>
          <a:ext cx="2359152" cy="28684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Understand Failure</a:t>
          </a:r>
          <a:endParaRPr lang="en-IN" sz="1400" kern="1200" dirty="0"/>
        </a:p>
      </dsp:txBody>
      <dsp:txXfrm>
        <a:off x="2111025" y="1219989"/>
        <a:ext cx="2331148" cy="258838"/>
      </dsp:txXfrm>
    </dsp:sp>
    <dsp:sp modelId="{A166FA1D-207A-4394-8256-BBD1A423C643}">
      <dsp:nvSpPr>
        <dsp:cNvPr id="0" name=""/>
        <dsp:cNvSpPr/>
      </dsp:nvSpPr>
      <dsp:spPr>
        <a:xfrm>
          <a:off x="2097023" y="1507172"/>
          <a:ext cx="2359152" cy="28684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↓</a:t>
          </a:r>
          <a:endParaRPr lang="en-IN" sz="1400" kern="1200"/>
        </a:p>
      </dsp:txBody>
      <dsp:txXfrm>
        <a:off x="2111025" y="1521174"/>
        <a:ext cx="2331148" cy="258838"/>
      </dsp:txXfrm>
    </dsp:sp>
    <dsp:sp modelId="{174E65A7-7AD9-4C68-A00A-E57824A6E624}">
      <dsp:nvSpPr>
        <dsp:cNvPr id="0" name=""/>
        <dsp:cNvSpPr/>
      </dsp:nvSpPr>
      <dsp:spPr>
        <a:xfrm>
          <a:off x="2097023" y="1808357"/>
          <a:ext cx="2359152" cy="28684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Trace RTL</a:t>
          </a:r>
          <a:endParaRPr lang="en-IN" sz="1400" kern="1200" dirty="0"/>
        </a:p>
      </dsp:txBody>
      <dsp:txXfrm>
        <a:off x="2111025" y="1822359"/>
        <a:ext cx="2331148" cy="258838"/>
      </dsp:txXfrm>
    </dsp:sp>
    <dsp:sp modelId="{7BFF75CA-20B8-4843-A698-F7BF35D3CEF8}">
      <dsp:nvSpPr>
        <dsp:cNvPr id="0" name=""/>
        <dsp:cNvSpPr/>
      </dsp:nvSpPr>
      <dsp:spPr>
        <a:xfrm>
          <a:off x="2097023" y="2109542"/>
          <a:ext cx="2359152" cy="28684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↓</a:t>
          </a:r>
          <a:endParaRPr lang="en-IN" sz="1400" kern="1200"/>
        </a:p>
      </dsp:txBody>
      <dsp:txXfrm>
        <a:off x="2111025" y="2123544"/>
        <a:ext cx="2331148" cy="258838"/>
      </dsp:txXfrm>
    </dsp:sp>
    <dsp:sp modelId="{5AB2F975-8063-4501-A784-2D99DD07D950}">
      <dsp:nvSpPr>
        <dsp:cNvPr id="0" name=""/>
        <dsp:cNvSpPr/>
      </dsp:nvSpPr>
      <dsp:spPr>
        <a:xfrm>
          <a:off x="2097023" y="2410727"/>
          <a:ext cx="2359152" cy="28684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Inspect Waveform</a:t>
          </a:r>
          <a:endParaRPr lang="en-IN" sz="1400" kern="1200"/>
        </a:p>
      </dsp:txBody>
      <dsp:txXfrm>
        <a:off x="2111025" y="2424729"/>
        <a:ext cx="2331148" cy="258838"/>
      </dsp:txXfrm>
    </dsp:sp>
    <dsp:sp modelId="{A466E861-293C-447D-B0AD-0807153CC0C8}">
      <dsp:nvSpPr>
        <dsp:cNvPr id="0" name=""/>
        <dsp:cNvSpPr/>
      </dsp:nvSpPr>
      <dsp:spPr>
        <a:xfrm>
          <a:off x="2097023" y="2711912"/>
          <a:ext cx="2359152" cy="28684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↓</a:t>
          </a:r>
          <a:endParaRPr lang="en-IN" sz="1400" kern="1200"/>
        </a:p>
      </dsp:txBody>
      <dsp:txXfrm>
        <a:off x="2111025" y="2725914"/>
        <a:ext cx="2331148" cy="258838"/>
      </dsp:txXfrm>
    </dsp:sp>
    <dsp:sp modelId="{C280400F-DBCA-4388-A728-2C6D3EA52DE1}">
      <dsp:nvSpPr>
        <dsp:cNvPr id="0" name=""/>
        <dsp:cNvSpPr/>
      </dsp:nvSpPr>
      <dsp:spPr>
        <a:xfrm>
          <a:off x="2097023" y="3013097"/>
          <a:ext cx="2359152" cy="28684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Check Specification</a:t>
          </a:r>
          <a:endParaRPr lang="en-IN" sz="1400" kern="1200"/>
        </a:p>
      </dsp:txBody>
      <dsp:txXfrm>
        <a:off x="2111025" y="3027099"/>
        <a:ext cx="2331148" cy="258838"/>
      </dsp:txXfrm>
    </dsp:sp>
    <dsp:sp modelId="{2BA23783-5A06-4D97-B5D8-E6FE3F0B0080}">
      <dsp:nvSpPr>
        <dsp:cNvPr id="0" name=""/>
        <dsp:cNvSpPr/>
      </dsp:nvSpPr>
      <dsp:spPr>
        <a:xfrm>
          <a:off x="2097023" y="3314282"/>
          <a:ext cx="2359152" cy="28684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↓</a:t>
          </a:r>
          <a:endParaRPr lang="en-IN" sz="1400" kern="1200"/>
        </a:p>
      </dsp:txBody>
      <dsp:txXfrm>
        <a:off x="2111025" y="3328284"/>
        <a:ext cx="2331148" cy="258838"/>
      </dsp:txXfrm>
    </dsp:sp>
    <dsp:sp modelId="{21E9601F-4A8D-4766-BAF8-C31BE12BEE74}">
      <dsp:nvSpPr>
        <dsp:cNvPr id="0" name=""/>
        <dsp:cNvSpPr/>
      </dsp:nvSpPr>
      <dsp:spPr>
        <a:xfrm>
          <a:off x="2097023" y="3615467"/>
          <a:ext cx="2359152" cy="28684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Search Previous Issues</a:t>
          </a:r>
          <a:endParaRPr lang="en-IN" sz="1400" kern="1200"/>
        </a:p>
      </dsp:txBody>
      <dsp:txXfrm>
        <a:off x="2111025" y="3629469"/>
        <a:ext cx="2331148" cy="258838"/>
      </dsp:txXfrm>
    </dsp:sp>
    <dsp:sp modelId="{56B2F69B-CD9B-4591-855E-3C43566ECD35}">
      <dsp:nvSpPr>
        <dsp:cNvPr id="0" name=""/>
        <dsp:cNvSpPr/>
      </dsp:nvSpPr>
      <dsp:spPr>
        <a:xfrm>
          <a:off x="2097023" y="3916652"/>
          <a:ext cx="2359152" cy="28684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↓</a:t>
          </a:r>
          <a:endParaRPr lang="en-IN" sz="1400" kern="1200"/>
        </a:p>
      </dsp:txBody>
      <dsp:txXfrm>
        <a:off x="2111025" y="3930654"/>
        <a:ext cx="2331148" cy="258838"/>
      </dsp:txXfrm>
    </dsp:sp>
    <dsp:sp modelId="{2505F902-8025-4064-B7C9-E5E87289300C}">
      <dsp:nvSpPr>
        <dsp:cNvPr id="0" name=""/>
        <dsp:cNvSpPr/>
      </dsp:nvSpPr>
      <dsp:spPr>
        <a:xfrm>
          <a:off x="2097023" y="4217837"/>
          <a:ext cx="2359152" cy="28684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Identify Root Cause</a:t>
          </a:r>
          <a:endParaRPr lang="en-IN" sz="1400" kern="1200"/>
        </a:p>
      </dsp:txBody>
      <dsp:txXfrm>
        <a:off x="2111025" y="4231839"/>
        <a:ext cx="2331148" cy="258838"/>
      </dsp:txXfrm>
    </dsp:sp>
    <dsp:sp modelId="{65804457-1C06-4650-830C-60C206CB2018}">
      <dsp:nvSpPr>
        <dsp:cNvPr id="0" name=""/>
        <dsp:cNvSpPr/>
      </dsp:nvSpPr>
      <dsp:spPr>
        <a:xfrm>
          <a:off x="2097023" y="4519022"/>
          <a:ext cx="2359152" cy="28684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↓</a:t>
          </a:r>
          <a:endParaRPr lang="en-IN" sz="1400" kern="1200"/>
        </a:p>
      </dsp:txBody>
      <dsp:txXfrm>
        <a:off x="2111025" y="4533024"/>
        <a:ext cx="2331148" cy="258838"/>
      </dsp:txXfrm>
    </dsp:sp>
    <dsp:sp modelId="{26137901-749A-41B1-8840-E67035C5760D}">
      <dsp:nvSpPr>
        <dsp:cNvPr id="0" name=""/>
        <dsp:cNvSpPr/>
      </dsp:nvSpPr>
      <dsp:spPr>
        <a:xfrm>
          <a:off x="2097023" y="4820207"/>
          <a:ext cx="2359152" cy="28684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Create Issue / Report</a:t>
          </a:r>
          <a:endParaRPr lang="en-IN" sz="1400" kern="1200"/>
        </a:p>
      </dsp:txBody>
      <dsp:txXfrm>
        <a:off x="2111025" y="4834209"/>
        <a:ext cx="2331148" cy="2588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FD9182-8982-4461-91F0-CDDA1AE47F98}">
      <dsp:nvSpPr>
        <dsp:cNvPr id="0" name=""/>
        <dsp:cNvSpPr/>
      </dsp:nvSpPr>
      <dsp:spPr>
        <a:xfrm>
          <a:off x="1963724" y="1307"/>
          <a:ext cx="2209190" cy="30071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Failure</a:t>
          </a:r>
          <a:endParaRPr lang="en-IN" sz="1500" kern="1200"/>
        </a:p>
      </dsp:txBody>
      <dsp:txXfrm>
        <a:off x="1978404" y="15987"/>
        <a:ext cx="2179830" cy="271353"/>
      </dsp:txXfrm>
    </dsp:sp>
    <dsp:sp modelId="{110B7D17-FD17-4399-9EAC-FD9C2DD14BE2}">
      <dsp:nvSpPr>
        <dsp:cNvPr id="0" name=""/>
        <dsp:cNvSpPr/>
      </dsp:nvSpPr>
      <dsp:spPr>
        <a:xfrm>
          <a:off x="1963724" y="317056"/>
          <a:ext cx="2209190" cy="30071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↓</a:t>
          </a:r>
          <a:endParaRPr lang="en-IN" sz="1500" kern="1200"/>
        </a:p>
      </dsp:txBody>
      <dsp:txXfrm>
        <a:off x="1978404" y="331736"/>
        <a:ext cx="2179830" cy="271353"/>
      </dsp:txXfrm>
    </dsp:sp>
    <dsp:sp modelId="{452C27F9-C80E-4D96-AC2D-0E532D761AFA}">
      <dsp:nvSpPr>
        <dsp:cNvPr id="0" name=""/>
        <dsp:cNvSpPr/>
      </dsp:nvSpPr>
      <dsp:spPr>
        <a:xfrm>
          <a:off x="1963724" y="632805"/>
          <a:ext cx="2209190" cy="30071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Understand Workspace</a:t>
          </a:r>
          <a:endParaRPr lang="en-IN" sz="1500" kern="1200"/>
        </a:p>
      </dsp:txBody>
      <dsp:txXfrm>
        <a:off x="1978404" y="647485"/>
        <a:ext cx="2179830" cy="271353"/>
      </dsp:txXfrm>
    </dsp:sp>
    <dsp:sp modelId="{85222DF3-F91E-43DF-823E-FB41287BBFB1}">
      <dsp:nvSpPr>
        <dsp:cNvPr id="0" name=""/>
        <dsp:cNvSpPr/>
      </dsp:nvSpPr>
      <dsp:spPr>
        <a:xfrm>
          <a:off x="1963724" y="948554"/>
          <a:ext cx="2209190" cy="30071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↓</a:t>
          </a:r>
          <a:endParaRPr lang="en-IN" sz="1500" kern="1200"/>
        </a:p>
      </dsp:txBody>
      <dsp:txXfrm>
        <a:off x="1978404" y="963234"/>
        <a:ext cx="2179830" cy="271353"/>
      </dsp:txXfrm>
    </dsp:sp>
    <dsp:sp modelId="{9F296089-B942-4AA7-8EEA-F788247DE6D3}">
      <dsp:nvSpPr>
        <dsp:cNvPr id="0" name=""/>
        <dsp:cNvSpPr/>
      </dsp:nvSpPr>
      <dsp:spPr>
        <a:xfrm>
          <a:off x="1963724" y="1264303"/>
          <a:ext cx="2209190" cy="30071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Classify Failure</a:t>
          </a:r>
          <a:endParaRPr lang="en-IN" sz="1500" kern="1200"/>
        </a:p>
      </dsp:txBody>
      <dsp:txXfrm>
        <a:off x="1978404" y="1278983"/>
        <a:ext cx="2179830" cy="271353"/>
      </dsp:txXfrm>
    </dsp:sp>
    <dsp:sp modelId="{69A5E079-E163-4063-8F07-3CA6830F8AAA}">
      <dsp:nvSpPr>
        <dsp:cNvPr id="0" name=""/>
        <dsp:cNvSpPr/>
      </dsp:nvSpPr>
      <dsp:spPr>
        <a:xfrm>
          <a:off x="1963724" y="1580052"/>
          <a:ext cx="2209190" cy="30071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↓</a:t>
          </a:r>
          <a:endParaRPr lang="en-IN" sz="1500" kern="1200"/>
        </a:p>
      </dsp:txBody>
      <dsp:txXfrm>
        <a:off x="1978404" y="1594732"/>
        <a:ext cx="2179830" cy="271353"/>
      </dsp:txXfrm>
    </dsp:sp>
    <dsp:sp modelId="{4D769778-A824-4EE7-95A4-101CC03E6FF5}">
      <dsp:nvSpPr>
        <dsp:cNvPr id="0" name=""/>
        <dsp:cNvSpPr/>
      </dsp:nvSpPr>
      <dsp:spPr>
        <a:xfrm>
          <a:off x="1963724" y="1895801"/>
          <a:ext cx="2209190" cy="30071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Search Existing Knowledge</a:t>
          </a:r>
          <a:endParaRPr lang="en-IN" sz="1500" kern="1200"/>
        </a:p>
      </dsp:txBody>
      <dsp:txXfrm>
        <a:off x="1978404" y="1910481"/>
        <a:ext cx="2179830" cy="271353"/>
      </dsp:txXfrm>
    </dsp:sp>
    <dsp:sp modelId="{48440D06-1174-4F4C-9AA7-70391448CE90}">
      <dsp:nvSpPr>
        <dsp:cNvPr id="0" name=""/>
        <dsp:cNvSpPr/>
      </dsp:nvSpPr>
      <dsp:spPr>
        <a:xfrm>
          <a:off x="1963724" y="2211550"/>
          <a:ext cx="2209190" cy="30071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↓</a:t>
          </a:r>
          <a:endParaRPr lang="en-IN" sz="1500" kern="1200"/>
        </a:p>
      </dsp:txBody>
      <dsp:txXfrm>
        <a:off x="1978404" y="2226230"/>
        <a:ext cx="2179830" cy="271353"/>
      </dsp:txXfrm>
    </dsp:sp>
    <dsp:sp modelId="{0D717D49-6012-4C31-8D9E-E83F082828B0}">
      <dsp:nvSpPr>
        <dsp:cNvPr id="0" name=""/>
        <dsp:cNvSpPr/>
      </dsp:nvSpPr>
      <dsp:spPr>
        <a:xfrm>
          <a:off x="1963724" y="2527299"/>
          <a:ext cx="2209190" cy="30071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Select Best Capability</a:t>
          </a:r>
          <a:endParaRPr lang="en-IN" sz="1500" kern="1200"/>
        </a:p>
      </dsp:txBody>
      <dsp:txXfrm>
        <a:off x="1978404" y="2541979"/>
        <a:ext cx="2179830" cy="271353"/>
      </dsp:txXfrm>
    </dsp:sp>
    <dsp:sp modelId="{8B797F7D-2176-48C0-BB0C-578676564209}">
      <dsp:nvSpPr>
        <dsp:cNvPr id="0" name=""/>
        <dsp:cNvSpPr/>
      </dsp:nvSpPr>
      <dsp:spPr>
        <a:xfrm>
          <a:off x="1963724" y="2843048"/>
          <a:ext cx="2209190" cy="30071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↓</a:t>
          </a:r>
          <a:endParaRPr lang="en-IN" sz="1500" kern="1200"/>
        </a:p>
      </dsp:txBody>
      <dsp:txXfrm>
        <a:off x="1978404" y="2857728"/>
        <a:ext cx="2179830" cy="271353"/>
      </dsp:txXfrm>
    </dsp:sp>
    <dsp:sp modelId="{5C0190AC-0130-452A-8A9F-0A6272C5F842}">
      <dsp:nvSpPr>
        <dsp:cNvPr id="0" name=""/>
        <dsp:cNvSpPr/>
      </dsp:nvSpPr>
      <dsp:spPr>
        <a:xfrm>
          <a:off x="1963724" y="3158797"/>
          <a:ext cx="2209190" cy="30071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Targeted Analysis</a:t>
          </a:r>
          <a:endParaRPr lang="en-IN" sz="1500" kern="1200"/>
        </a:p>
      </dsp:txBody>
      <dsp:txXfrm>
        <a:off x="1978404" y="3173477"/>
        <a:ext cx="2179830" cy="271353"/>
      </dsp:txXfrm>
    </dsp:sp>
    <dsp:sp modelId="{B4EEF9E6-4901-4EAE-9B5C-846E648302FA}">
      <dsp:nvSpPr>
        <dsp:cNvPr id="0" name=""/>
        <dsp:cNvSpPr/>
      </dsp:nvSpPr>
      <dsp:spPr>
        <a:xfrm>
          <a:off x="1963724" y="3474546"/>
          <a:ext cx="2209190" cy="30071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↓</a:t>
          </a:r>
          <a:endParaRPr lang="en-IN" sz="1500" kern="1200"/>
        </a:p>
      </dsp:txBody>
      <dsp:txXfrm>
        <a:off x="1978404" y="3489226"/>
        <a:ext cx="2179830" cy="271353"/>
      </dsp:txXfrm>
    </dsp:sp>
    <dsp:sp modelId="{8EE29C68-8E92-4C37-90F4-E7E09B9AAF2A}">
      <dsp:nvSpPr>
        <dsp:cNvPr id="0" name=""/>
        <dsp:cNvSpPr/>
      </dsp:nvSpPr>
      <dsp:spPr>
        <a:xfrm>
          <a:off x="1963724" y="3790295"/>
          <a:ext cx="2209190" cy="30071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Root Cause</a:t>
          </a:r>
          <a:endParaRPr lang="en-IN" sz="1500" kern="1200"/>
        </a:p>
      </dsp:txBody>
      <dsp:txXfrm>
        <a:off x="1978404" y="3804975"/>
        <a:ext cx="2179830" cy="271353"/>
      </dsp:txXfrm>
    </dsp:sp>
    <dsp:sp modelId="{2AD886F7-0C94-43F3-B24C-3596A3977BB5}">
      <dsp:nvSpPr>
        <dsp:cNvPr id="0" name=""/>
        <dsp:cNvSpPr/>
      </dsp:nvSpPr>
      <dsp:spPr>
        <a:xfrm>
          <a:off x="1963724" y="4106044"/>
          <a:ext cx="2209190" cy="30071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↓</a:t>
          </a:r>
          <a:endParaRPr lang="en-IN" sz="1500" kern="1200"/>
        </a:p>
      </dsp:txBody>
      <dsp:txXfrm>
        <a:off x="1978404" y="4120724"/>
        <a:ext cx="2179830" cy="271353"/>
      </dsp:txXfrm>
    </dsp:sp>
    <dsp:sp modelId="{F51F484D-ABAE-4635-AAA4-D364F5218E95}">
      <dsp:nvSpPr>
        <dsp:cNvPr id="0" name=""/>
        <dsp:cNvSpPr/>
      </dsp:nvSpPr>
      <dsp:spPr>
        <a:xfrm>
          <a:off x="1963724" y="4421793"/>
          <a:ext cx="2209190" cy="30071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Evidence</a:t>
          </a:r>
          <a:endParaRPr lang="en-IN" sz="1500" kern="1200"/>
        </a:p>
      </dsp:txBody>
      <dsp:txXfrm>
        <a:off x="1978404" y="4436473"/>
        <a:ext cx="2179830" cy="271353"/>
      </dsp:txXfrm>
    </dsp:sp>
    <dsp:sp modelId="{8AC23C61-9ECB-4905-A9EB-9AF1B343265C}">
      <dsp:nvSpPr>
        <dsp:cNvPr id="0" name=""/>
        <dsp:cNvSpPr/>
      </dsp:nvSpPr>
      <dsp:spPr>
        <a:xfrm>
          <a:off x="1963724" y="4737542"/>
          <a:ext cx="2209190" cy="30071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↓</a:t>
          </a:r>
          <a:endParaRPr lang="en-IN" sz="1500" kern="1200"/>
        </a:p>
      </dsp:txBody>
      <dsp:txXfrm>
        <a:off x="1978404" y="4752222"/>
        <a:ext cx="2179830" cy="271353"/>
      </dsp:txXfrm>
    </dsp:sp>
    <dsp:sp modelId="{DA580627-4261-494C-A86E-2E15452B3C06}">
      <dsp:nvSpPr>
        <dsp:cNvPr id="0" name=""/>
        <dsp:cNvSpPr/>
      </dsp:nvSpPr>
      <dsp:spPr>
        <a:xfrm>
          <a:off x="1963724" y="5053291"/>
          <a:ext cx="2209190" cy="30071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Fix / Issue / Knowledge</a:t>
          </a:r>
          <a:endParaRPr lang="en-IN" sz="1500" kern="1200"/>
        </a:p>
      </dsp:txBody>
      <dsp:txXfrm>
        <a:off x="1978404" y="5067971"/>
        <a:ext cx="2179830" cy="27135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DB254E-F79C-437A-84EC-956A66C85E02}">
      <dsp:nvSpPr>
        <dsp:cNvPr id="0" name=""/>
        <dsp:cNvSpPr/>
      </dsp:nvSpPr>
      <dsp:spPr>
        <a:xfrm>
          <a:off x="2266086" y="960"/>
          <a:ext cx="2549347" cy="4201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Agent 1 → Knowledge Extraction</a:t>
          </a:r>
        </a:p>
      </dsp:txBody>
      <dsp:txXfrm>
        <a:off x="2286594" y="21468"/>
        <a:ext cx="2508331" cy="379088"/>
      </dsp:txXfrm>
    </dsp:sp>
    <dsp:sp modelId="{A70B5E8C-D5BA-40F2-8F86-29D31F98DCA6}">
      <dsp:nvSpPr>
        <dsp:cNvPr id="0" name=""/>
        <dsp:cNvSpPr/>
      </dsp:nvSpPr>
      <dsp:spPr>
        <a:xfrm>
          <a:off x="2266086" y="442070"/>
          <a:ext cx="2549347" cy="4201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Agent 2 → Root-Cause Classification</a:t>
          </a:r>
        </a:p>
      </dsp:txBody>
      <dsp:txXfrm>
        <a:off x="2286594" y="462578"/>
        <a:ext cx="2508331" cy="379088"/>
      </dsp:txXfrm>
    </dsp:sp>
    <dsp:sp modelId="{FA21CC74-5623-4E5E-8C53-D1DECF88100C}">
      <dsp:nvSpPr>
        <dsp:cNvPr id="0" name=""/>
        <dsp:cNvSpPr/>
      </dsp:nvSpPr>
      <dsp:spPr>
        <a:xfrm>
          <a:off x="2266086" y="883179"/>
          <a:ext cx="2549347" cy="4201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Agent 3 → RTL Root-Cause Analysis</a:t>
          </a:r>
        </a:p>
      </dsp:txBody>
      <dsp:txXfrm>
        <a:off x="2286594" y="903687"/>
        <a:ext cx="2508331" cy="379088"/>
      </dsp:txXfrm>
    </dsp:sp>
    <dsp:sp modelId="{9143495B-0139-42EB-8FDC-654E944652CB}">
      <dsp:nvSpPr>
        <dsp:cNvPr id="0" name=""/>
        <dsp:cNvSpPr/>
      </dsp:nvSpPr>
      <dsp:spPr>
        <a:xfrm>
          <a:off x="2266086" y="1324289"/>
          <a:ext cx="2549347" cy="4201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Agent 4 → Report Generation</a:t>
          </a:r>
        </a:p>
      </dsp:txBody>
      <dsp:txXfrm>
        <a:off x="2286594" y="1344797"/>
        <a:ext cx="2508331" cy="379088"/>
      </dsp:txXfrm>
    </dsp:sp>
    <dsp:sp modelId="{8927ADD4-CBF6-4F69-BF70-DA3F0A6BEA78}">
      <dsp:nvSpPr>
        <dsp:cNvPr id="0" name=""/>
        <dsp:cNvSpPr/>
      </dsp:nvSpPr>
      <dsp:spPr>
        <a:xfrm>
          <a:off x="2266086" y="1765398"/>
          <a:ext cx="2549347" cy="4201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Agent 5 → Fix Generation</a:t>
          </a:r>
        </a:p>
      </dsp:txBody>
      <dsp:txXfrm>
        <a:off x="2286594" y="1785906"/>
        <a:ext cx="2508331" cy="3790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4A7A6F-75DE-479C-B54F-D5A5144A7768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B43F3-904B-4D66-BCC4-85CA0AC2AD18}" type="slidenum">
              <a:rPr lang="en-IN" smtClean="0"/>
              <a:t>‹#›</a:t>
            </a:fld>
            <a:endParaRPr lang="en-IN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11DA1060-2FE2-DC35-6750-A8D5552B58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156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B43F3-904B-4D66-BCC4-85CA0AC2AD1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98166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AFB56-735F-8142-B62D-7BE4EB7602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CCA9F8-951D-4948-96E6-8EED61943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4ABE7-FE91-864D-9DC8-0D2C6B7AB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9491A-B3AF-1544-8045-EEBAFF8B681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42529-1394-1F44-858D-C49A4A20C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131DA-3B38-BB40-825A-DD9ECAB88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E8E9C-89D2-E340-BE3D-F63EB4BAA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99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E1299-D0CB-884F-9013-B3E9D92A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2BD68-7969-C442-976C-83711122B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9A1E2-F3FE-C042-A4A6-5BBF231A3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9491A-B3AF-1544-8045-EEBAFF8B681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06877-E896-F748-96A0-52E508B9C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7AD81-2F1B-EE46-A912-0564DECF2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E8E9C-89D2-E340-BE3D-F63EB4BAA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695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89AD9-9566-114F-867D-7AAE35F5E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8FCA1-38B3-6E4B-AF7E-D0123ED30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BFFE6-2802-F544-9528-42E88A4C8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9491A-B3AF-1544-8045-EEBAFF8B681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0A4BC-EB77-7348-893D-EE6F7F886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768E0-F3CA-0A4A-B219-2CD23F542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E8E9C-89D2-E340-BE3D-F63EB4BAA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731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DC7BD-4663-394F-B3B6-6C9AEC091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8F8A8-EFA4-024E-8155-45C09905F3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ACF419-2587-734B-902D-C818D6F06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1EED86-1B31-F343-A514-3DCB5061E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9491A-B3AF-1544-8045-EEBAFF8B681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A974F-C026-9742-8B83-43582DD56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22EC7B-4DDF-114E-A703-D728EDB81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E8E9C-89D2-E340-BE3D-F63EB4BAA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496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22915-1716-504F-B7E3-B4402CB8B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2BEFB7-DC6E-4042-861D-FB741FD9C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F3777-84AB-E143-840B-44813284A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C4AB6C-7283-D944-A71E-DD6A65D532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B0A6D5-9D6A-DA4B-B4C2-EE1BF44128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9016D6-B5D2-E04E-BEBD-455CA8191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9491A-B3AF-1544-8045-EEBAFF8B681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4DCA8A-7A40-0C45-B336-0D897675A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532858-198E-8C47-BC95-F5BEE82CC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E8E9C-89D2-E340-BE3D-F63EB4BAA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775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122D2-212C-C644-B841-8BB6602A6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EA05EA-2B2A-1E48-8C02-2F2ECCB27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9491A-B3AF-1544-8045-EEBAFF8B681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161653-D171-D046-9D40-ADC476FF1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16877-B103-4949-82B7-661B4A7A5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E8E9C-89D2-E340-BE3D-F63EB4BAA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051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863D6A-5FF3-E540-8F73-8F18AA86E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9491A-B3AF-1544-8045-EEBAFF8B681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1B6D35-A72E-0741-951F-CDE02A9D7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F2B6A-DA37-294D-A7F0-BAE60A60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E8E9C-89D2-E340-BE3D-F63EB4BAA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749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35E8-529B-A84B-9B85-57F3D66A9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01150-F70B-B24A-9D86-CFC5DCA58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D24D3F-8232-A64C-B19F-6910BCDD9E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E2F705-0592-E641-B529-2D32C6545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9491A-B3AF-1544-8045-EEBAFF8B681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E5AA5F-3390-004A-84D0-9613366F9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D45E24-B2C3-3A48-BCE6-53F82AA29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E8E9C-89D2-E340-BE3D-F63EB4BAA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067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35EFB-B941-D449-B75A-40C968589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A312B-72AE-9942-AA73-CA8A1C313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03276-3132-5045-809A-714E21E6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9491A-B3AF-1544-8045-EEBAFF8B681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B3400D-36DD-C840-BC7F-1BEBC6042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07ED33-60E8-3A48-9C8D-B17EF4E49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E8E9C-89D2-E340-BE3D-F63EB4BAA25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EF7101-3FDB-4A4F-A96F-40FFC27D13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224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748FF-2B32-F240-96A5-0A04A7CAA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009DDD-604F-444C-9D39-2A6454067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82C7C-D799-C347-B976-6A3FBD27C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9491A-B3AF-1544-8045-EEBAFF8B681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9DFD6-8FBE-E64E-9186-ECCDC0B5E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9DEC4-1868-254B-AB99-BC175D265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E8E9C-89D2-E340-BE3D-F63EB4BAA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808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1D7AFC-D3D4-6E4C-B468-94559FD093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39D2B8-2EC6-4F42-AC1A-96F21E21D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849BF-E213-0E4F-A3D6-87FE45D9C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9491A-B3AF-1544-8045-EEBAFF8B681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0DEF2-0E2C-374F-B4EA-CE8ECA492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34829-DF91-8043-A9EB-1910C67AC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E8E9C-89D2-E340-BE3D-F63EB4BAA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3808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7000">
              <a:srgbClr val="DEF2E6"/>
            </a:gs>
            <a:gs pos="0">
              <a:srgbClr val="E0E4E7"/>
            </a:gs>
            <a:gs pos="100000">
              <a:srgbClr val="DCFFE5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FDE282-9916-8541-B803-3F0E601AE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F1BCC-C49C-1F4E-92F0-CA8AC1995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34393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FFAD4-CBA3-024B-BA7C-D88A2D9DD9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9491A-B3AF-1544-8045-EEBAFF8B681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D9BBA-31BE-2945-A01E-4E323DF8DD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33C55A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47BFF-3A78-5344-995D-6EAD7CD3B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E8E9C-89D2-E340-BE3D-F63EB4BAA25C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B08299-1D2A-A32F-F292-51ECB6BED8F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-9939"/>
            <a:ext cx="12192000" cy="278220"/>
          </a:xfrm>
          <a:prstGeom prst="rect">
            <a:avLst/>
          </a:prstGeom>
        </p:spPr>
      </p:pic>
      <p:pic>
        <p:nvPicPr>
          <p:cNvPr id="9" name="Picture 8" descr="Logo&#10;&#10;Description automatically generated with low confidence">
            <a:extLst>
              <a:ext uri="{FF2B5EF4-FFF2-40B4-BE49-F238E27FC236}">
                <a16:creationId xmlns:a16="http://schemas.microsoft.com/office/drawing/2014/main" id="{3F76006E-E096-6C97-62A8-A38DED31E89D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520424" y="101601"/>
            <a:ext cx="1749248" cy="89746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1A91BDA-ECB4-4FB9-8590-0FFEB5CAC477}"/>
              </a:ext>
            </a:extLst>
          </p:cNvPr>
          <p:cNvSpPr txBox="1"/>
          <p:nvPr userDrawn="1"/>
        </p:nvSpPr>
        <p:spPr>
          <a:xfrm>
            <a:off x="8677712" y="6581001"/>
            <a:ext cx="3581400" cy="55399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rgbClr val="33C55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Mirafra Confidential</a:t>
            </a:r>
          </a:p>
          <a:p>
            <a:pPr algn="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967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slide" Target="slide2.xml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3.xml"/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Relationship Id="rId6" Type="http://schemas.microsoft.com/office/2007/relationships/diagramDrawing" Target="../diagrams/drawing3.xml"/><Relationship Id="rId7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4DA45-E464-78E2-DD88-B6ABA7DD6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2">
            <a:extLst>
              <a:ext uri="{FF2B5EF4-FFF2-40B4-BE49-F238E27FC236}">
                <a16:creationId xmlns:a16="http://schemas.microsoft.com/office/drawing/2014/main" id="{CB77FD58-517E-C286-87BB-930A4EB1FA9D}"/>
              </a:ext>
            </a:extLst>
          </p:cNvPr>
          <p:cNvSpPr txBox="1"/>
          <p:nvPr/>
        </p:nvSpPr>
        <p:spPr>
          <a:xfrm>
            <a:off x="1586910" y="1551562"/>
            <a:ext cx="901817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700" b="1">
                <a:solidFill>
                  <a:srgbClr val="FFFFFF"/>
                </a:solidFill>
              </a:defRPr>
            </a:pPr>
            <a:r>
              <a:rPr lang="en-US" sz="3200" dirty="0">
                <a:solidFill>
                  <a:srgbClr val="000000"/>
                </a:solidFill>
              </a:rPr>
              <a:t>AI-Powered ASIC Verification Debugging Framework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8AA42CEA-BB3D-3FA5-CD64-5BDC6D3E7D1C}"/>
              </a:ext>
            </a:extLst>
          </p:cNvPr>
          <p:cNvSpPr txBox="1"/>
          <p:nvPr/>
        </p:nvSpPr>
        <p:spPr>
          <a:xfrm>
            <a:off x="1077507" y="3044279"/>
            <a:ext cx="1003697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900" b="0">
                <a:solidFill>
                  <a:srgbClr val="FFFFFF"/>
                </a:solidFill>
              </a:defRPr>
            </a:pP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From regression failure to root cause, fix, and reusable engineering knowledge.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78770881-4119-80E6-E10C-9E1F4FD84CF3}"/>
              </a:ext>
            </a:extLst>
          </p:cNvPr>
          <p:cNvSpPr txBox="1"/>
          <p:nvPr/>
        </p:nvSpPr>
        <p:spPr>
          <a:xfrm>
            <a:off x="3761510" y="3982998"/>
            <a:ext cx="4668970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Debug once. Learn once. Reuse everywhere.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EB4F789-55B0-A31E-67B6-7B3115CCE8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202962"/>
              </p:ext>
            </p:extLst>
          </p:nvPr>
        </p:nvGraphicFramePr>
        <p:xfrm>
          <a:off x="676708" y="4752440"/>
          <a:ext cx="6169608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7519">
                  <a:extLst>
                    <a:ext uri="{9D8B030D-6E8A-4147-A177-3AD203B41FA5}">
                      <a16:colId xmlns:a16="http://schemas.microsoft.com/office/drawing/2014/main" val="441160778"/>
                    </a:ext>
                  </a:extLst>
                </a:gridCol>
                <a:gridCol w="251927">
                  <a:extLst>
                    <a:ext uri="{9D8B030D-6E8A-4147-A177-3AD203B41FA5}">
                      <a16:colId xmlns:a16="http://schemas.microsoft.com/office/drawing/2014/main" val="2375715197"/>
                    </a:ext>
                  </a:extLst>
                </a:gridCol>
                <a:gridCol w="4730162">
                  <a:extLst>
                    <a:ext uri="{9D8B030D-6E8A-4147-A177-3AD203B41FA5}">
                      <a16:colId xmlns:a16="http://schemas.microsoft.com/office/drawing/2014/main" val="2082984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Team</a:t>
                      </a:r>
                      <a:endParaRPr lang="en-IN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:</a:t>
                      </a:r>
                      <a:endParaRPr lang="en-IN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VeriSight</a:t>
                      </a:r>
                      <a:endParaRPr lang="en-IN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8239032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Members</a:t>
                      </a:r>
                      <a:endParaRPr lang="en-IN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:</a:t>
                      </a:r>
                      <a:endParaRPr lang="en-IN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Kittu Patel</a:t>
                      </a:r>
                      <a:endParaRPr lang="en-IN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76575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Uday Karthikeyan</a:t>
                      </a:r>
                      <a:endParaRPr lang="en-IN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31967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Vinod Nikhil Monteiro</a:t>
                      </a:r>
                      <a:endParaRPr lang="en-IN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09741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Domain</a:t>
                      </a:r>
                      <a:endParaRPr lang="en-IN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:</a:t>
                      </a:r>
                      <a:endParaRPr lang="en-IN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Design Verification (DV)</a:t>
                      </a:r>
                      <a:endParaRPr lang="en-IN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86443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3350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C6358-B8C4-9A69-4B96-2A77839F6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FC1213-D095-4E18-B8C3-DDD3719CC652}"/>
              </a:ext>
            </a:extLst>
          </p:cNvPr>
          <p:cNvSpPr txBox="1"/>
          <p:nvPr/>
        </p:nvSpPr>
        <p:spPr>
          <a:xfrm>
            <a:off x="220435" y="417247"/>
            <a:ext cx="4453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Raleway" pitchFamily="2" charset="0"/>
                <a:ea typeface="roboto" panose="02000000000000000000" pitchFamily="2" charset="0"/>
              </a:rPr>
              <a:t>Agenda</a:t>
            </a:r>
          </a:p>
        </p:txBody>
      </p:sp>
      <p:pic>
        <p:nvPicPr>
          <p:cNvPr id="28" name="Graphic 27" descr="House with solid fill">
            <a:hlinkClick r:id="rId3" action="ppaction://hlinksldjump"/>
            <a:extLst>
              <a:ext uri="{FF2B5EF4-FFF2-40B4-BE49-F238E27FC236}">
                <a16:creationId xmlns:a16="http://schemas.microsoft.com/office/drawing/2014/main" id="{A54B62EE-34CE-4EBD-AEAE-68ECAAF95C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05763" y="6311264"/>
            <a:ext cx="319562" cy="319562"/>
          </a:xfrm>
          <a:prstGeom prst="rect">
            <a:avLst/>
          </a:prstGeom>
        </p:spPr>
      </p:pic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0" y="-323166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BBDE6AA-CEA2-663C-4D91-F28F71CD51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969142"/>
              </p:ext>
            </p:extLst>
          </p:nvPr>
        </p:nvGraphicFramePr>
        <p:xfrm>
          <a:off x="326768" y="993359"/>
          <a:ext cx="10909643" cy="55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9481">
                  <a:extLst>
                    <a:ext uri="{9D8B030D-6E8A-4147-A177-3AD203B41FA5}">
                      <a16:colId xmlns:a16="http://schemas.microsoft.com/office/drawing/2014/main" val="3709018934"/>
                    </a:ext>
                  </a:extLst>
                </a:gridCol>
                <a:gridCol w="8377881">
                  <a:extLst>
                    <a:ext uri="{9D8B030D-6E8A-4147-A177-3AD203B41FA5}">
                      <a16:colId xmlns:a16="http://schemas.microsoft.com/office/drawing/2014/main" val="2309117148"/>
                    </a:ext>
                  </a:extLst>
                </a:gridCol>
                <a:gridCol w="1672281">
                  <a:extLst>
                    <a:ext uri="{9D8B030D-6E8A-4147-A177-3AD203B41FA5}">
                      <a16:colId xmlns:a16="http://schemas.microsoft.com/office/drawing/2014/main" val="2003650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List of Topics Covered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Slide no.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230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Idea Overview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206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Problem Statement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89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AI Approach to Solve the Problem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933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Solution Architecture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53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Architecture Components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739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Tools &amp; Models Used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929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Experiments Conducted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56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Results and Comparison (AI vs Manual effort)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8134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Dashboard Overview (Screenshots)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5875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Token Utilization Over Cost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852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Summary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884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Future Scope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3242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Integration Into Real World Chip Design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9778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Appendix  - Supporting Document if any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085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191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0CB52-6A31-5028-28D7-961C873F7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433C09-FF22-F6A2-820B-2FC1615BFEBF}"/>
              </a:ext>
            </a:extLst>
          </p:cNvPr>
          <p:cNvSpPr txBox="1"/>
          <p:nvPr/>
        </p:nvSpPr>
        <p:spPr>
          <a:xfrm>
            <a:off x="222936" y="446871"/>
            <a:ext cx="239039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rPr lang="en-US" b="1" dirty="0">
                <a:latin typeface="Raleway"/>
              </a:rPr>
              <a:t>Idea Overview</a:t>
            </a:r>
            <a:endParaRPr dirty="0">
              <a:latin typeface="Raleway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8055CC-9D25-F0E8-184A-41F24CA3B7BB}"/>
              </a:ext>
            </a:extLst>
          </p:cNvPr>
          <p:cNvSpPr txBox="1"/>
          <p:nvPr/>
        </p:nvSpPr>
        <p:spPr>
          <a:xfrm>
            <a:off x="68580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Mirafra Confidential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0B8F66-3123-FE1D-1552-49511894C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75" y="3139301"/>
            <a:ext cx="3555950" cy="16478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C926D5-EF70-1C85-1F3D-6CD2073DD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25" y="3139301"/>
            <a:ext cx="3555950" cy="16478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0C75B0-4E44-1D4F-4F7C-02804A0B67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475" y="3139301"/>
            <a:ext cx="3556099" cy="16478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87A37CC-5E1E-7F2E-7C8D-11A2C8958D0E}"/>
              </a:ext>
            </a:extLst>
          </p:cNvPr>
          <p:cNvSpPr txBox="1"/>
          <p:nvPr/>
        </p:nvSpPr>
        <p:spPr>
          <a:xfrm>
            <a:off x="771600" y="3339326"/>
            <a:ext cx="331369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 i="0" u="none" dirty="0">
                <a:solidFill>
                  <a:srgbClr val="2563EB"/>
                </a:solidFill>
              </a:rPr>
              <a:t>Unified Knowledge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0564A3-345A-6909-7AE3-DEEA65F3ED78}"/>
              </a:ext>
            </a:extLst>
          </p:cNvPr>
          <p:cNvSpPr txBox="1"/>
          <p:nvPr/>
        </p:nvSpPr>
        <p:spPr>
          <a:xfrm>
            <a:off x="771600" y="3748901"/>
            <a:ext cx="31559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</a:rPr>
              <a:t>Ingests design specs, RTL source code, UVM testbench, simulation logs, coverage reports, and VCD waveforms.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BADF81-1390-2133-FA2A-BFD44E075B14}"/>
              </a:ext>
            </a:extLst>
          </p:cNvPr>
          <p:cNvSpPr txBox="1"/>
          <p:nvPr/>
        </p:nvSpPr>
        <p:spPr>
          <a:xfrm>
            <a:off x="4518050" y="3339326"/>
            <a:ext cx="331369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 i="0" u="none" dirty="0">
                <a:solidFill>
                  <a:srgbClr val="2563EB"/>
                </a:solidFill>
              </a:rPr>
              <a:t>Multi-Agent Pipeline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B32EF3-CE40-70E6-08DB-AC3877D8EAF5}"/>
              </a:ext>
            </a:extLst>
          </p:cNvPr>
          <p:cNvSpPr txBox="1"/>
          <p:nvPr/>
        </p:nvSpPr>
        <p:spPr>
          <a:xfrm>
            <a:off x="4518050" y="3748901"/>
            <a:ext cx="31559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Coordinates five specialized LLM agents to parse, analyze, classify, and generate verified fixes automatically.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B2C51A-E241-4D01-B146-CF193EB2D880}"/>
              </a:ext>
            </a:extLst>
          </p:cNvPr>
          <p:cNvSpPr txBox="1"/>
          <p:nvPr/>
        </p:nvSpPr>
        <p:spPr>
          <a:xfrm>
            <a:off x="8264500" y="3339326"/>
            <a:ext cx="3313851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 i="0" u="none" dirty="0">
                <a:solidFill>
                  <a:srgbClr val="2563EB"/>
                </a:solidFill>
              </a:rPr>
              <a:t>Actionable Output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571906-C0AA-C853-781E-DB20A8C47C42}"/>
              </a:ext>
            </a:extLst>
          </p:cNvPr>
          <p:cNvSpPr txBox="1"/>
          <p:nvPr/>
        </p:nvSpPr>
        <p:spPr>
          <a:xfrm>
            <a:off x="8264500" y="3748901"/>
            <a:ext cx="3156049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</a:rPr>
              <a:t>Produces human-readable reports (MD, HTML), machine-readable JSON logs, and precise source-code diff patches.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79BC6C-042F-8C58-2241-6B450468F90F}"/>
              </a:ext>
            </a:extLst>
          </p:cNvPr>
          <p:cNvSpPr txBox="1"/>
          <p:nvPr/>
        </p:nvSpPr>
        <p:spPr>
          <a:xfrm>
            <a:off x="222936" y="924119"/>
            <a:ext cx="11969064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AI-Powered ASIC Verification Debugging Framework</a:t>
            </a:r>
            <a:endParaRPr lang="en-IN" dirty="0"/>
          </a:p>
          <a:p>
            <a:pPr algn="just"/>
            <a:endParaRPr lang="en-IN" b="1" dirty="0"/>
          </a:p>
          <a:p>
            <a:pPr algn="ctr"/>
            <a:r>
              <a:rPr lang="en-IN" dirty="0"/>
              <a:t>Turn hours of repetitive hardware debug into an intelligent, reusable, and token-efficient workflow.</a:t>
            </a:r>
          </a:p>
          <a:p>
            <a:pPr marL="285750" indent="-285750" algn="just">
              <a:lnSpc>
                <a:spcPts val="2025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lnSpc>
                <a:spcPts val="2025"/>
              </a:lnSpc>
              <a:buFont typeface="Arial" panose="020B0604020202020204" pitchFamily="34" charset="0"/>
              <a:buChar char="•"/>
            </a:pPr>
            <a:r>
              <a:rPr lang="en-US" dirty="0"/>
              <a:t>The Framework </a:t>
            </a:r>
            <a:r>
              <a:rPr lang="en-US" b="0" i="0" u="none" dirty="0"/>
              <a:t>automates the manual, repetitive ASIC/VLSI verification debug triage step after a simulation fails. </a:t>
            </a:r>
          </a:p>
          <a:p>
            <a:pPr marL="285750" indent="-285750" algn="just">
              <a:lnSpc>
                <a:spcPts val="2025"/>
              </a:lnSpc>
              <a:buFont typeface="Arial" panose="020B0604020202020204" pitchFamily="34" charset="0"/>
              <a:buChar char="•"/>
            </a:pPr>
            <a:r>
              <a:rPr lang="en-US" b="0" i="0" u="none" dirty="0"/>
              <a:t>It automates hours of manual correlation into a single run, delivering an evidence-backed verdict and candidate fix.</a:t>
            </a:r>
          </a:p>
        </p:txBody>
      </p:sp>
    </p:spTree>
    <p:extLst>
      <p:ext uri="{BB962C8B-B14F-4D97-AF65-F5344CB8AC3E}">
        <p14:creationId xmlns:p14="http://schemas.microsoft.com/office/powerpoint/2010/main" val="2017644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2936" y="446871"/>
            <a:ext cx="375295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rPr lang="en-US" b="1" dirty="0">
                <a:latin typeface="Raleway"/>
              </a:rPr>
              <a:t>Idea Overview (Contd.)</a:t>
            </a:r>
            <a:endParaRPr dirty="0">
              <a:latin typeface="Raleway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8580" y="923925"/>
            <a:ext cx="1189342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Hardware failures require correlation across </a:t>
            </a:r>
            <a:r>
              <a:rPr lang="en-IN" b="1" dirty="0"/>
              <a:t>RTL, </a:t>
            </a:r>
            <a:r>
              <a:rPr lang="en-IN" b="1" dirty="0" err="1"/>
              <a:t>SystemVerilog</a:t>
            </a:r>
            <a:r>
              <a:rPr lang="en-IN" b="1" dirty="0"/>
              <a:t>, UVM, logs, regressions, specifications, and waveforms</a:t>
            </a:r>
            <a:r>
              <a:rPr lang="en-IN" dirty="0"/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Framework provides a single AI entry point for hardware-debug workflows, offering deep verification analysis when required.</a:t>
            </a: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AI dynamically selects the required: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MCP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Skill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Verification Agent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Regression analysis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Knowledge search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Deep-debug flow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Previously solved failures are </a:t>
            </a:r>
            <a:r>
              <a:rPr lang="en-IN" b="1" dirty="0"/>
              <a:t>searched and reused before new analysis</a:t>
            </a:r>
            <a:r>
              <a:rPr lang="en-IN" dirty="0"/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Provides deeper analysis for failures requiring </a:t>
            </a:r>
            <a:r>
              <a:rPr lang="en-IN" b="1" dirty="0"/>
              <a:t>RTL/UVM/spec/log/waveform correlation</a:t>
            </a:r>
            <a:r>
              <a:rPr lang="en-IN" dirty="0"/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Debug results become </a:t>
            </a:r>
            <a:r>
              <a:rPr lang="en-IN" b="1" dirty="0"/>
              <a:t>shared organizational knowledge</a:t>
            </a:r>
            <a:r>
              <a:rPr lang="en-IN" dirty="0"/>
              <a:t>. </a:t>
            </a:r>
          </a:p>
          <a:p>
            <a:pPr algn="just">
              <a:defRPr sz="2000"/>
            </a:pPr>
            <a:endParaRPr dirty="0">
              <a:latin typeface="roboto" panose="0200000000000000000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Mirafra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173" y="448860"/>
            <a:ext cx="328006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rPr lang="en-US" sz="2500" b="1" dirty="0">
                <a:latin typeface="Raleway"/>
              </a:rPr>
              <a:t>Problem Statement</a:t>
            </a:r>
            <a:endParaRPr sz="2500" b="1" dirty="0">
              <a:latin typeface="Ralew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Mirafra Confidential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6ABFE9-D300-0767-8AAE-75BDFC6680DC}"/>
              </a:ext>
            </a:extLst>
          </p:cNvPr>
          <p:cNvSpPr txBox="1"/>
          <p:nvPr/>
        </p:nvSpPr>
        <p:spPr>
          <a:xfrm>
            <a:off x="195355" y="1084605"/>
            <a:ext cx="1180129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Hardware Debug Is Slow, Repetitive, and Data-Heavy</a:t>
            </a:r>
          </a:p>
          <a:p>
            <a:pPr algn="just"/>
            <a:endParaRPr lang="en-US" sz="2000" b="1" dirty="0"/>
          </a:p>
          <a:p>
            <a:pPr algn="just"/>
            <a:r>
              <a:rPr lang="en-US" sz="2000" b="1" dirty="0"/>
              <a:t>The Verification Bottleneck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Debug requires multiple data sources.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Engineers repeatedly investigate similar failures.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Knowledge is distributed across engineers, databases, issues, and documents.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Large RTL/UVM/log/waveform data creates large AI context.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Running AI analysis on every failure increases token usage and cost.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Existing tools are often specialized instead of working as one workflow. </a:t>
            </a:r>
          </a:p>
          <a:p>
            <a:pPr algn="just"/>
            <a:endParaRPr lang="en-US" sz="2000" b="1" dirty="0"/>
          </a:p>
          <a:p>
            <a:pPr algn="just"/>
            <a:endParaRPr lang="en-US" sz="2000" b="1" dirty="0"/>
          </a:p>
          <a:p>
            <a:pPr algn="just"/>
            <a:endParaRPr lang="en-US" sz="2000" b="1" dirty="0"/>
          </a:p>
          <a:p>
            <a:pPr algn="just"/>
            <a:endParaRPr lang="en-US" sz="2000" b="1" dirty="0"/>
          </a:p>
          <a:p>
            <a:pPr algn="just"/>
            <a:endParaRPr lang="en-US" sz="2000" b="1" dirty="0"/>
          </a:p>
          <a:p>
            <a:pPr algn="just"/>
            <a:endParaRPr lang="en-US" sz="2000" b="1" dirty="0"/>
          </a:p>
          <a:p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Manual debug time: 4-8 hours/failure; Average regression failures/day: 100-300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B660B532-C0F0-EC74-B3D3-48F66341EE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0540117"/>
              </p:ext>
            </p:extLst>
          </p:nvPr>
        </p:nvGraphicFramePr>
        <p:xfrm>
          <a:off x="7528560" y="1084605"/>
          <a:ext cx="6553200" cy="5108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30B5570D-0596-B0F2-61CD-15EE4F3F28C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50" r="-1350"/>
          <a:stretch>
            <a:fillRect/>
          </a:stretch>
        </p:blipFill>
        <p:spPr>
          <a:xfrm>
            <a:off x="1193529" y="4125779"/>
            <a:ext cx="5334000" cy="14637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AEA42E-5C06-9BCF-FBFA-7C58591A20CE}"/>
              </a:ext>
            </a:extLst>
          </p:cNvPr>
          <p:cNvSpPr txBox="1"/>
          <p:nvPr/>
        </p:nvSpPr>
        <p:spPr>
          <a:xfrm>
            <a:off x="1469754" y="4233718"/>
            <a:ext cx="50606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 i="0" u="none" dirty="0">
                <a:solidFill>
                  <a:schemeClr val="accent1">
                    <a:lumMod val="75000"/>
                  </a:schemeClr>
                </a:solidFill>
              </a:rPr>
              <a:t>Key Challenges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F692E2-A534-7F64-03BB-876809793A97}"/>
              </a:ext>
            </a:extLst>
          </p:cNvPr>
          <p:cNvSpPr txBox="1"/>
          <p:nvPr/>
        </p:nvSpPr>
        <p:spPr>
          <a:xfrm>
            <a:off x="1469754" y="4544112"/>
            <a:ext cx="472325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Manual &amp; Repetitive:</a:t>
            </a:r>
            <a:r>
              <a:rPr sz="1200" b="0" i="0" u="none" dirty="0">
                <a:solidFill>
                  <a:schemeClr val="tx1">
                    <a:lumMod val="95000"/>
                    <a:lumOff val="5000"/>
                  </a:schemeClr>
                </a:solidFill>
              </a:rPr>
              <a:t> High engineering hours lost on repetitive log parsing and cross-referencing.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45A0F3-0E71-8E78-F8C3-53C56663A80D}"/>
              </a:ext>
            </a:extLst>
          </p:cNvPr>
          <p:cNvSpPr txBox="1"/>
          <p:nvPr/>
        </p:nvSpPr>
        <p:spPr>
          <a:xfrm>
            <a:off x="1469754" y="5001312"/>
            <a:ext cx="4819650" cy="444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Fragmented Evidence:</a:t>
            </a:r>
            <a:r>
              <a:rPr sz="1200" b="0" i="0" u="none" dirty="0">
                <a:solidFill>
                  <a:schemeClr val="tx1">
                    <a:lumMod val="95000"/>
                    <a:lumOff val="5000"/>
                  </a:schemeClr>
                </a:solidFill>
              </a:rPr>
              <a:t> Lack of automated correlation between specification requirements, simulation outcomes, and code implementations.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0523" y="457433"/>
            <a:ext cx="2143536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rPr lang="en-US" sz="2500" b="1" dirty="0">
                <a:latin typeface="Raleway"/>
              </a:rPr>
              <a:t>AI Approach</a:t>
            </a:r>
            <a:endParaRPr sz="2500" b="1" dirty="0">
              <a:latin typeface="Raleway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4763" y="1266986"/>
            <a:ext cx="1070247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 Does Not Replace the Engineer — It Removes Repetitive Debug Work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buNone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Discover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Understand current workspace/domain. Identify RTL, verification, regression, logs, </a:t>
            </a:r>
          </a:p>
          <a:p>
            <a:pPr lvl="1"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waves, etc. </a:t>
            </a:r>
          </a:p>
          <a:p>
            <a:pPr algn="just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 Triage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Identify failure category. Determine the minimum required analysis. </a:t>
            </a:r>
          </a:p>
          <a:p>
            <a:pPr algn="just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 Reuse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Search previous failures, shared knowledge. Reuse existing root causes and fixes. </a:t>
            </a:r>
          </a:p>
          <a:p>
            <a:pPr algn="just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4. Route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Select the appropriate MCP, Skill, custom agent analysis. </a:t>
            </a:r>
          </a:p>
          <a:p>
            <a:pPr algn="just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5. Deep Analyze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Use advanced correlation when deeper verification is required.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pPr algn="just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6. Learn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Store validated results for future engineers and domains. </a:t>
            </a:r>
          </a:p>
          <a:p>
            <a:pPr algn="just">
              <a:buNone/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Use AI selectively instead of using AI everywhere.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Mirafra Confidential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047A0BCC-8ACA-FEA6-9056-3ECA799CED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3756525"/>
              </p:ext>
            </p:extLst>
          </p:nvPr>
        </p:nvGraphicFramePr>
        <p:xfrm>
          <a:off x="7843520" y="989987"/>
          <a:ext cx="6136640" cy="5355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EBDC1-B2E6-3654-616D-80D18F75D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55CFE5-E00B-D67F-DB75-8B5C04940837}"/>
              </a:ext>
            </a:extLst>
          </p:cNvPr>
          <p:cNvSpPr txBox="1"/>
          <p:nvPr/>
        </p:nvSpPr>
        <p:spPr>
          <a:xfrm>
            <a:off x="240523" y="457433"/>
            <a:ext cx="335220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rPr lang="en-US" sz="2500" b="1" dirty="0">
                <a:latin typeface="Raleway"/>
              </a:rPr>
              <a:t>AI Approach (Contd.)</a:t>
            </a:r>
            <a:endParaRPr sz="2500" b="1" dirty="0">
              <a:latin typeface="Raleway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791FC3-71A3-4E2A-F9AC-3FAC5847A331}"/>
              </a:ext>
            </a:extLst>
          </p:cNvPr>
          <p:cNvSpPr txBox="1"/>
          <p:nvPr/>
        </p:nvSpPr>
        <p:spPr>
          <a:xfrm>
            <a:off x="68580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Mirafra Confidential</a:t>
            </a:r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2FE0C9D6-52EF-3F9E-F219-6AC9B0C74384}"/>
              </a:ext>
            </a:extLst>
          </p:cNvPr>
          <p:cNvSpPr/>
          <p:nvPr/>
        </p:nvSpPr>
        <p:spPr>
          <a:xfrm>
            <a:off x="548640" y="1280160"/>
            <a:ext cx="3566160" cy="2011680"/>
          </a:xfrm>
          <a:prstGeom prst="roundRect">
            <a:avLst/>
          </a:prstGeom>
          <a:solidFill>
            <a:srgbClr val="F2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A82E5D-56E1-16F1-9D42-AA6E2763E4BD}"/>
              </a:ext>
            </a:extLst>
          </p:cNvPr>
          <p:cNvSpPr txBox="1"/>
          <p:nvPr/>
        </p:nvSpPr>
        <p:spPr>
          <a:xfrm>
            <a:off x="713232" y="1389888"/>
            <a:ext cx="83535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64B4"/>
                </a:solidFill>
              </a:defRPr>
            </a:pPr>
            <a:r>
              <a:rPr sz="2000" dirty="0"/>
              <a:t>N</a:t>
            </a:r>
            <a:r>
              <a:rPr lang="en-US" sz="2000" dirty="0"/>
              <a:t>exus</a:t>
            </a:r>
            <a:endParaRPr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4A0DBA-1798-3EB9-FBB5-16E8F772A02B}"/>
              </a:ext>
            </a:extLst>
          </p:cNvPr>
          <p:cNvSpPr txBox="1"/>
          <p:nvPr/>
        </p:nvSpPr>
        <p:spPr>
          <a:xfrm>
            <a:off x="685800" y="1729662"/>
            <a:ext cx="325932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rPr lang="en-US" sz="2000" dirty="0"/>
              <a:t>Orchestrates the debug workflow and selects </a:t>
            </a:r>
          </a:p>
          <a:p>
            <a:pPr>
              <a:defRPr sz="1250">
                <a:solidFill>
                  <a:srgbClr val="232830"/>
                </a:solidFill>
              </a:defRPr>
            </a:pPr>
            <a:r>
              <a:rPr lang="en-US" sz="2000" dirty="0"/>
              <a:t>the required capability.</a:t>
            </a:r>
          </a:p>
          <a:p>
            <a:pPr>
              <a:defRPr sz="1250">
                <a:solidFill>
                  <a:srgbClr val="232830"/>
                </a:solidFill>
              </a:defRPr>
            </a:pPr>
            <a:endParaRPr sz="2000" dirty="0"/>
          </a:p>
        </p:txBody>
      </p: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86620109-C04C-AF2F-E930-69BB20BBE5B2}"/>
              </a:ext>
            </a:extLst>
          </p:cNvPr>
          <p:cNvSpPr/>
          <p:nvPr/>
        </p:nvSpPr>
        <p:spPr>
          <a:xfrm>
            <a:off x="4297680" y="1280160"/>
            <a:ext cx="3566160" cy="2011680"/>
          </a:xfrm>
          <a:prstGeom prst="roundRect">
            <a:avLst/>
          </a:prstGeom>
          <a:solidFill>
            <a:srgbClr val="F2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AC7773-D0F0-91A0-F46D-AEACCF040FD9}"/>
              </a:ext>
            </a:extLst>
          </p:cNvPr>
          <p:cNvSpPr txBox="1"/>
          <p:nvPr/>
        </p:nvSpPr>
        <p:spPr>
          <a:xfrm>
            <a:off x="4462272" y="1389888"/>
            <a:ext cx="113736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9191"/>
                </a:solidFill>
              </a:defRPr>
            </a:pPr>
            <a:r>
              <a:rPr sz="2000" dirty="0" err="1"/>
              <a:t>VeriSight</a:t>
            </a:r>
            <a:endParaRPr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873E1B-57F5-14AD-087D-9B912E7462C9}"/>
              </a:ext>
            </a:extLst>
          </p:cNvPr>
          <p:cNvSpPr txBox="1"/>
          <p:nvPr/>
        </p:nvSpPr>
        <p:spPr>
          <a:xfrm>
            <a:off x="4462271" y="1789998"/>
            <a:ext cx="326770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rPr sz="2000" dirty="0"/>
              <a:t>Provides deep verification </a:t>
            </a:r>
            <a:endParaRPr lang="en-US" sz="2000" dirty="0"/>
          </a:p>
          <a:p>
            <a:pPr>
              <a:defRPr sz="1250">
                <a:solidFill>
                  <a:srgbClr val="232830"/>
                </a:solidFill>
              </a:defRPr>
            </a:pPr>
            <a:r>
              <a:rPr sz="2000" dirty="0"/>
              <a:t>analysis across specification,</a:t>
            </a:r>
            <a:endParaRPr lang="en-US" sz="2000" dirty="0"/>
          </a:p>
          <a:p>
            <a:pPr>
              <a:defRPr sz="1250">
                <a:solidFill>
                  <a:srgbClr val="232830"/>
                </a:solidFill>
              </a:defRPr>
            </a:pPr>
            <a:r>
              <a:rPr sz="2000" dirty="0"/>
              <a:t> RTL, UVM and simulation </a:t>
            </a:r>
            <a:endParaRPr lang="en-US" sz="2000" dirty="0"/>
          </a:p>
          <a:p>
            <a:pPr>
              <a:defRPr sz="1250">
                <a:solidFill>
                  <a:srgbClr val="232830"/>
                </a:solidFill>
              </a:defRPr>
            </a:pPr>
            <a:r>
              <a:rPr sz="2000" dirty="0"/>
              <a:t>evidence.</a:t>
            </a:r>
          </a:p>
        </p:txBody>
      </p:sp>
      <p:sp>
        <p:nvSpPr>
          <p:cNvPr id="13" name="Rounded Rectangle 8">
            <a:extLst>
              <a:ext uri="{FF2B5EF4-FFF2-40B4-BE49-F238E27FC236}">
                <a16:creationId xmlns:a16="http://schemas.microsoft.com/office/drawing/2014/main" id="{CD808401-9E57-567B-96DB-CA63F7584F75}"/>
              </a:ext>
            </a:extLst>
          </p:cNvPr>
          <p:cNvSpPr/>
          <p:nvPr/>
        </p:nvSpPr>
        <p:spPr>
          <a:xfrm>
            <a:off x="8046720" y="1280160"/>
            <a:ext cx="3566160" cy="2011680"/>
          </a:xfrm>
          <a:prstGeom prst="roundRect">
            <a:avLst/>
          </a:prstGeom>
          <a:solidFill>
            <a:srgbClr val="F2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766998-8CDF-616D-E06E-E773608F213B}"/>
              </a:ext>
            </a:extLst>
          </p:cNvPr>
          <p:cNvSpPr txBox="1"/>
          <p:nvPr/>
        </p:nvSpPr>
        <p:spPr>
          <a:xfrm>
            <a:off x="8211312" y="1389888"/>
            <a:ext cx="190180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64B4"/>
                </a:solidFill>
              </a:defRPr>
            </a:pPr>
            <a:r>
              <a:rPr sz="2000" dirty="0"/>
              <a:t>Shared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9AF780-FCB9-D75B-C1F5-EC2D5A7CD75E}"/>
              </a:ext>
            </a:extLst>
          </p:cNvPr>
          <p:cNvSpPr txBox="1"/>
          <p:nvPr/>
        </p:nvSpPr>
        <p:spPr>
          <a:xfrm>
            <a:off x="8211311" y="1932057"/>
            <a:ext cx="321868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rPr sz="2000" dirty="0"/>
              <a:t>Validated root causes and fixes become reusable knowledge.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74B022-2F89-305D-C15A-8E8AB9EE3DFA}"/>
              </a:ext>
            </a:extLst>
          </p:cNvPr>
          <p:cNvSpPr txBox="1"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C78"/>
                </a:solidFill>
              </a:defRPr>
            </a:pPr>
            <a:r>
              <a:t>3</a:t>
            </a:r>
          </a:p>
        </p:txBody>
      </p:sp>
      <p:sp>
        <p:nvSpPr>
          <p:cNvPr id="31" name="Rounded Rectangle 2">
            <a:extLst>
              <a:ext uri="{FF2B5EF4-FFF2-40B4-BE49-F238E27FC236}">
                <a16:creationId xmlns:a16="http://schemas.microsoft.com/office/drawing/2014/main" id="{1DF820C7-C27E-DDEB-4518-548B8817BB8B}"/>
              </a:ext>
            </a:extLst>
          </p:cNvPr>
          <p:cNvSpPr/>
          <p:nvPr/>
        </p:nvSpPr>
        <p:spPr>
          <a:xfrm>
            <a:off x="376512" y="3595938"/>
            <a:ext cx="182880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2D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94901D-C0E6-73F1-EFC8-4837932ABD02}"/>
              </a:ext>
            </a:extLst>
          </p:cNvPr>
          <p:cNvSpPr txBox="1"/>
          <p:nvPr/>
        </p:nvSpPr>
        <p:spPr>
          <a:xfrm>
            <a:off x="431376" y="3856531"/>
            <a:ext cx="1719072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32830"/>
                </a:solidFill>
              </a:defRPr>
            </a:pPr>
            <a:r>
              <a:rPr dirty="0"/>
              <a:t>Regression Failure</a:t>
            </a:r>
          </a:p>
        </p:txBody>
      </p:sp>
      <p:sp>
        <p:nvSpPr>
          <p:cNvPr id="33" name="Rounded Rectangle 4">
            <a:extLst>
              <a:ext uri="{FF2B5EF4-FFF2-40B4-BE49-F238E27FC236}">
                <a16:creationId xmlns:a16="http://schemas.microsoft.com/office/drawing/2014/main" id="{587B504D-9EAF-44F1-586B-20B3C2AE45C7}"/>
              </a:ext>
            </a:extLst>
          </p:cNvPr>
          <p:cNvSpPr/>
          <p:nvPr/>
        </p:nvSpPr>
        <p:spPr>
          <a:xfrm>
            <a:off x="2806488" y="3604620"/>
            <a:ext cx="182880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2D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6D4772-98FD-9859-3748-34694E1454B5}"/>
              </a:ext>
            </a:extLst>
          </p:cNvPr>
          <p:cNvSpPr txBox="1"/>
          <p:nvPr/>
        </p:nvSpPr>
        <p:spPr>
          <a:xfrm>
            <a:off x="3035548" y="3797044"/>
            <a:ext cx="131318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32830"/>
                </a:solidFill>
              </a:defRPr>
            </a:pPr>
            <a:r>
              <a:rPr dirty="0"/>
              <a:t>N</a:t>
            </a:r>
            <a:r>
              <a:rPr lang="en-US" dirty="0"/>
              <a:t>exus </a:t>
            </a:r>
            <a:r>
              <a:rPr dirty="0"/>
              <a:t>Workspace</a:t>
            </a:r>
            <a:br>
              <a:rPr lang="en-US" dirty="0"/>
            </a:br>
            <a:r>
              <a:rPr lang="en-US" dirty="0" err="1"/>
              <a:t>VeriSight</a:t>
            </a:r>
            <a:endParaRPr dirty="0"/>
          </a:p>
        </p:txBody>
      </p:sp>
      <p:sp>
        <p:nvSpPr>
          <p:cNvPr id="35" name="Rounded Rectangle 6">
            <a:extLst>
              <a:ext uri="{FF2B5EF4-FFF2-40B4-BE49-F238E27FC236}">
                <a16:creationId xmlns:a16="http://schemas.microsoft.com/office/drawing/2014/main" id="{DCF2FF91-87EA-C5B3-A23D-7D8C02B967B8}"/>
              </a:ext>
            </a:extLst>
          </p:cNvPr>
          <p:cNvSpPr/>
          <p:nvPr/>
        </p:nvSpPr>
        <p:spPr>
          <a:xfrm>
            <a:off x="5181600" y="3566161"/>
            <a:ext cx="182880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2D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1F5CA3-0A5B-1E3A-A676-759CAE2A579E}"/>
              </a:ext>
            </a:extLst>
          </p:cNvPr>
          <p:cNvSpPr txBox="1"/>
          <p:nvPr/>
        </p:nvSpPr>
        <p:spPr>
          <a:xfrm>
            <a:off x="5236464" y="3760068"/>
            <a:ext cx="1719072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32830"/>
                </a:solidFill>
              </a:defRPr>
            </a:pPr>
            <a:r>
              <a:rPr dirty="0"/>
              <a:t>Knowledge</a:t>
            </a:r>
            <a:br>
              <a:rPr dirty="0"/>
            </a:br>
            <a:r>
              <a:rPr dirty="0"/>
              <a:t>Search</a:t>
            </a:r>
          </a:p>
        </p:txBody>
      </p:sp>
      <p:sp>
        <p:nvSpPr>
          <p:cNvPr id="37" name="Rounded Rectangle 8">
            <a:extLst>
              <a:ext uri="{FF2B5EF4-FFF2-40B4-BE49-F238E27FC236}">
                <a16:creationId xmlns:a16="http://schemas.microsoft.com/office/drawing/2014/main" id="{431E9747-6B13-23F0-5644-AF253A62440A}"/>
              </a:ext>
            </a:extLst>
          </p:cNvPr>
          <p:cNvSpPr/>
          <p:nvPr/>
        </p:nvSpPr>
        <p:spPr>
          <a:xfrm>
            <a:off x="7611576" y="3563487"/>
            <a:ext cx="182880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2D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EEBBE92-E883-DAD5-B071-9D471E8F93C9}"/>
              </a:ext>
            </a:extLst>
          </p:cNvPr>
          <p:cNvSpPr txBox="1"/>
          <p:nvPr/>
        </p:nvSpPr>
        <p:spPr>
          <a:xfrm>
            <a:off x="7967932" y="3767102"/>
            <a:ext cx="98135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32830"/>
                </a:solidFill>
              </a:defRPr>
            </a:pPr>
            <a:r>
              <a:rPr dirty="0"/>
              <a:t>MCP / Skill /</a:t>
            </a:r>
            <a:br>
              <a:rPr dirty="0"/>
            </a:br>
            <a:r>
              <a:rPr dirty="0"/>
              <a:t>Agent</a:t>
            </a:r>
          </a:p>
        </p:txBody>
      </p:sp>
      <p:sp>
        <p:nvSpPr>
          <p:cNvPr id="39" name="Rounded Rectangle 10">
            <a:extLst>
              <a:ext uri="{FF2B5EF4-FFF2-40B4-BE49-F238E27FC236}">
                <a16:creationId xmlns:a16="http://schemas.microsoft.com/office/drawing/2014/main" id="{2DDBB9D0-A2F0-76F1-D4C7-6ADA5C77F325}"/>
              </a:ext>
            </a:extLst>
          </p:cNvPr>
          <p:cNvSpPr/>
          <p:nvPr/>
        </p:nvSpPr>
        <p:spPr>
          <a:xfrm>
            <a:off x="9986688" y="3571960"/>
            <a:ext cx="1828800" cy="868680"/>
          </a:xfrm>
          <a:prstGeom prst="roundRect">
            <a:avLst/>
          </a:prstGeom>
          <a:solidFill>
            <a:srgbClr val="E1F0F2"/>
          </a:solidFill>
          <a:ln>
            <a:solidFill>
              <a:srgbClr val="2D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DE79358-B27A-EC41-4B9D-303DAA062495}"/>
              </a:ext>
            </a:extLst>
          </p:cNvPr>
          <p:cNvSpPr txBox="1"/>
          <p:nvPr/>
        </p:nvSpPr>
        <p:spPr>
          <a:xfrm>
            <a:off x="10353423" y="3844750"/>
            <a:ext cx="107657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32830"/>
                </a:solidFill>
              </a:defRPr>
            </a:pPr>
            <a:r>
              <a:rPr dirty="0"/>
              <a:t>Deep Analysis</a:t>
            </a:r>
          </a:p>
        </p:txBody>
      </p:sp>
      <p:sp>
        <p:nvSpPr>
          <p:cNvPr id="41" name="Right Arrow 12">
            <a:extLst>
              <a:ext uri="{FF2B5EF4-FFF2-40B4-BE49-F238E27FC236}">
                <a16:creationId xmlns:a16="http://schemas.microsoft.com/office/drawing/2014/main" id="{E0C3929F-FD39-000E-09C0-8D7673151918}"/>
              </a:ext>
            </a:extLst>
          </p:cNvPr>
          <p:cNvSpPr/>
          <p:nvPr/>
        </p:nvSpPr>
        <p:spPr>
          <a:xfrm>
            <a:off x="2331720" y="3878284"/>
            <a:ext cx="347472" cy="256032"/>
          </a:xfrm>
          <a:prstGeom prst="rightArrow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ight Arrow 13">
            <a:extLst>
              <a:ext uri="{FF2B5EF4-FFF2-40B4-BE49-F238E27FC236}">
                <a16:creationId xmlns:a16="http://schemas.microsoft.com/office/drawing/2014/main" id="{32B9F4AF-4F0E-E685-B9BE-B726C6004E67}"/>
              </a:ext>
            </a:extLst>
          </p:cNvPr>
          <p:cNvSpPr/>
          <p:nvPr/>
        </p:nvSpPr>
        <p:spPr>
          <a:xfrm>
            <a:off x="4733610" y="3884084"/>
            <a:ext cx="347472" cy="256032"/>
          </a:xfrm>
          <a:prstGeom prst="rightArrow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ight Arrow 14">
            <a:extLst>
              <a:ext uri="{FF2B5EF4-FFF2-40B4-BE49-F238E27FC236}">
                <a16:creationId xmlns:a16="http://schemas.microsoft.com/office/drawing/2014/main" id="{9587EAA0-6F30-4D4E-6036-0FA5D2CC1799}"/>
              </a:ext>
            </a:extLst>
          </p:cNvPr>
          <p:cNvSpPr/>
          <p:nvPr/>
        </p:nvSpPr>
        <p:spPr>
          <a:xfrm>
            <a:off x="7137252" y="3878284"/>
            <a:ext cx="347472" cy="256032"/>
          </a:xfrm>
          <a:prstGeom prst="rightArrow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ight Arrow 15">
            <a:extLst>
              <a:ext uri="{FF2B5EF4-FFF2-40B4-BE49-F238E27FC236}">
                <a16:creationId xmlns:a16="http://schemas.microsoft.com/office/drawing/2014/main" id="{6C2C2E69-491E-1EEE-9590-4E7ADC42C8A6}"/>
              </a:ext>
            </a:extLst>
          </p:cNvPr>
          <p:cNvSpPr/>
          <p:nvPr/>
        </p:nvSpPr>
        <p:spPr>
          <a:xfrm>
            <a:off x="9539796" y="3878284"/>
            <a:ext cx="347472" cy="256032"/>
          </a:xfrm>
          <a:prstGeom prst="rightArrow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16">
            <a:extLst>
              <a:ext uri="{FF2B5EF4-FFF2-40B4-BE49-F238E27FC236}">
                <a16:creationId xmlns:a16="http://schemas.microsoft.com/office/drawing/2014/main" id="{92AAA5FF-94C7-381C-C79D-62DC0E83036D}"/>
              </a:ext>
            </a:extLst>
          </p:cNvPr>
          <p:cNvSpPr/>
          <p:nvPr/>
        </p:nvSpPr>
        <p:spPr>
          <a:xfrm>
            <a:off x="1455208" y="4963355"/>
            <a:ext cx="201168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2D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9799213-CE06-F60E-BAB3-24C9F541423C}"/>
              </a:ext>
            </a:extLst>
          </p:cNvPr>
          <p:cNvSpPr txBox="1"/>
          <p:nvPr/>
        </p:nvSpPr>
        <p:spPr>
          <a:xfrm>
            <a:off x="1845924" y="5237675"/>
            <a:ext cx="122559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830"/>
                </a:solidFill>
              </a:defRPr>
            </a:pPr>
            <a:r>
              <a:rPr sz="1200" dirty="0"/>
              <a:t>Known → Reuse</a:t>
            </a:r>
          </a:p>
        </p:txBody>
      </p:sp>
      <p:sp>
        <p:nvSpPr>
          <p:cNvPr id="47" name="Rounded Rectangle 18">
            <a:extLst>
              <a:ext uri="{FF2B5EF4-FFF2-40B4-BE49-F238E27FC236}">
                <a16:creationId xmlns:a16="http://schemas.microsoft.com/office/drawing/2014/main" id="{B469445F-5435-4CE3-52A9-1FFB220CB754}"/>
              </a:ext>
            </a:extLst>
          </p:cNvPr>
          <p:cNvSpPr/>
          <p:nvPr/>
        </p:nvSpPr>
        <p:spPr>
          <a:xfrm>
            <a:off x="3945128" y="4938210"/>
            <a:ext cx="2011680" cy="822960"/>
          </a:xfrm>
          <a:prstGeom prst="roundRect">
            <a:avLst/>
          </a:prstGeom>
          <a:solidFill>
            <a:srgbClr val="E1F0F2"/>
          </a:solidFill>
          <a:ln>
            <a:solidFill>
              <a:srgbClr val="2D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FFE8B55-A0E4-1CAB-1C18-CBADF96A7004}"/>
              </a:ext>
            </a:extLst>
          </p:cNvPr>
          <p:cNvSpPr txBox="1"/>
          <p:nvPr/>
        </p:nvSpPr>
        <p:spPr>
          <a:xfrm>
            <a:off x="4315549" y="5206479"/>
            <a:ext cx="118359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830"/>
                </a:solidFill>
              </a:defRPr>
            </a:pPr>
            <a:r>
              <a:rPr sz="1200" dirty="0"/>
              <a:t>New → Analyze</a:t>
            </a:r>
          </a:p>
        </p:txBody>
      </p:sp>
      <p:sp>
        <p:nvSpPr>
          <p:cNvPr id="49" name="Rounded Rectangle 20">
            <a:extLst>
              <a:ext uri="{FF2B5EF4-FFF2-40B4-BE49-F238E27FC236}">
                <a16:creationId xmlns:a16="http://schemas.microsoft.com/office/drawing/2014/main" id="{18B2C5CD-A29C-C357-C2AE-870315C13435}"/>
              </a:ext>
            </a:extLst>
          </p:cNvPr>
          <p:cNvSpPr/>
          <p:nvPr/>
        </p:nvSpPr>
        <p:spPr>
          <a:xfrm>
            <a:off x="6435048" y="4882189"/>
            <a:ext cx="201168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2D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C42D6E-2CB5-4866-986B-D667EB6D1C74}"/>
              </a:ext>
            </a:extLst>
          </p:cNvPr>
          <p:cNvSpPr txBox="1"/>
          <p:nvPr/>
        </p:nvSpPr>
        <p:spPr>
          <a:xfrm>
            <a:off x="6960415" y="5074226"/>
            <a:ext cx="90172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830"/>
                </a:solidFill>
              </a:defRPr>
            </a:pPr>
            <a:r>
              <a:rPr sz="1200" dirty="0"/>
              <a:t>Root Cause</a:t>
            </a:r>
            <a:br>
              <a:rPr sz="1200" dirty="0"/>
            </a:br>
            <a:r>
              <a:rPr sz="1200" dirty="0"/>
              <a:t>+ Evidence</a:t>
            </a: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6E572885-A90A-30AB-895D-7526A7512F98}"/>
              </a:ext>
            </a:extLst>
          </p:cNvPr>
          <p:cNvSpPr/>
          <p:nvPr/>
        </p:nvSpPr>
        <p:spPr>
          <a:xfrm>
            <a:off x="8861256" y="4882189"/>
            <a:ext cx="155448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2D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ACCC45-1E90-46C6-1C0C-0028B4B240DC}"/>
              </a:ext>
            </a:extLst>
          </p:cNvPr>
          <p:cNvSpPr txBox="1"/>
          <p:nvPr/>
        </p:nvSpPr>
        <p:spPr>
          <a:xfrm>
            <a:off x="9169477" y="5077731"/>
            <a:ext cx="92525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2830"/>
                </a:solidFill>
              </a:defRPr>
            </a:pPr>
            <a:r>
              <a:rPr sz="1200" dirty="0"/>
              <a:t>Fix / Issue /</a:t>
            </a:r>
            <a:br>
              <a:rPr sz="1200" dirty="0"/>
            </a:br>
            <a:r>
              <a:rPr sz="1200" dirty="0"/>
              <a:t>Report</a:t>
            </a:r>
          </a:p>
        </p:txBody>
      </p:sp>
      <p:sp>
        <p:nvSpPr>
          <p:cNvPr id="53" name="Right Arrow 24">
            <a:extLst>
              <a:ext uri="{FF2B5EF4-FFF2-40B4-BE49-F238E27FC236}">
                <a16:creationId xmlns:a16="http://schemas.microsoft.com/office/drawing/2014/main" id="{8C7DE03D-FE53-B684-33D7-C09CD21B3180}"/>
              </a:ext>
            </a:extLst>
          </p:cNvPr>
          <p:cNvSpPr/>
          <p:nvPr/>
        </p:nvSpPr>
        <p:spPr>
          <a:xfrm>
            <a:off x="3533944" y="5246819"/>
            <a:ext cx="347472" cy="256032"/>
          </a:xfrm>
          <a:prstGeom prst="rightArrow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ight Arrow 25">
            <a:extLst>
              <a:ext uri="{FF2B5EF4-FFF2-40B4-BE49-F238E27FC236}">
                <a16:creationId xmlns:a16="http://schemas.microsoft.com/office/drawing/2014/main" id="{A15E612D-12F8-BB6F-B46A-787356A11D79}"/>
              </a:ext>
            </a:extLst>
          </p:cNvPr>
          <p:cNvSpPr/>
          <p:nvPr/>
        </p:nvSpPr>
        <p:spPr>
          <a:xfrm>
            <a:off x="6040145" y="5216962"/>
            <a:ext cx="347472" cy="256032"/>
          </a:xfrm>
          <a:prstGeom prst="rightArrow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ight Arrow 26">
            <a:extLst>
              <a:ext uri="{FF2B5EF4-FFF2-40B4-BE49-F238E27FC236}">
                <a16:creationId xmlns:a16="http://schemas.microsoft.com/office/drawing/2014/main" id="{6DB531D4-FC4E-E07D-642A-575802A9EF7B}"/>
              </a:ext>
            </a:extLst>
          </p:cNvPr>
          <p:cNvSpPr/>
          <p:nvPr/>
        </p:nvSpPr>
        <p:spPr>
          <a:xfrm>
            <a:off x="8494159" y="5208036"/>
            <a:ext cx="347472" cy="256032"/>
          </a:xfrm>
          <a:prstGeom prst="rightArrow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991A92F-AE3F-C823-107E-F970B80DC7A8}"/>
              </a:ext>
            </a:extLst>
          </p:cNvPr>
          <p:cNvSpPr txBox="1"/>
          <p:nvPr/>
        </p:nvSpPr>
        <p:spPr>
          <a:xfrm>
            <a:off x="1567132" y="8562552"/>
            <a:ext cx="10241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</a:defRPr>
            </a:pPr>
            <a:r>
              <a:t>NEXUS is the intelligent entry point and orchestration layer.</a:t>
            </a:r>
          </a:p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</a:defRPr>
            </a:pPr>
            <a:r>
              <a:t>VeriSight is the deep verification capability selected when multi-source technical analysis is required.</a:t>
            </a:r>
          </a:p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</a:defRPr>
            </a:pPr>
            <a:r>
              <a:t>The output can become reusable knowledge for the next failure.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835F929-5982-2911-DA1C-361B06379F1F}"/>
              </a:ext>
            </a:extLst>
          </p:cNvPr>
          <p:cNvSpPr txBox="1"/>
          <p:nvPr/>
        </p:nvSpPr>
        <p:spPr>
          <a:xfrm>
            <a:off x="11854132" y="1078454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C78"/>
                </a:solidFill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06315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0866" y="463770"/>
            <a:ext cx="362471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rPr lang="en-US" dirty="0"/>
              <a:t> </a:t>
            </a:r>
            <a:r>
              <a:rPr lang="en-US" sz="2500" b="1" dirty="0">
                <a:latin typeface="Raleway"/>
              </a:rPr>
              <a:t>Solution Architecture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Mirafra Confidential</a:t>
            </a:r>
          </a:p>
        </p:txBody>
      </p:sp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6CE1778A-FA06-F7E9-870E-FDECFC6A3E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6222185"/>
              </p:ext>
            </p:extLst>
          </p:nvPr>
        </p:nvGraphicFramePr>
        <p:xfrm>
          <a:off x="-1483360" y="2577580"/>
          <a:ext cx="7081520" cy="2186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C76C6899-335F-8333-D4D8-A04AC1F33D13}"/>
              </a:ext>
            </a:extLst>
          </p:cNvPr>
          <p:cNvSpPr txBox="1"/>
          <p:nvPr/>
        </p:nvSpPr>
        <p:spPr>
          <a:xfrm>
            <a:off x="160866" y="1685653"/>
            <a:ext cx="6629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 err="1"/>
              <a:t>VeriSight</a:t>
            </a:r>
            <a:r>
              <a:rPr lang="en-IN" b="1" dirty="0"/>
              <a:t> Pipeline</a:t>
            </a:r>
          </a:p>
          <a:p>
            <a:pPr>
              <a:buNone/>
            </a:pPr>
            <a:r>
              <a:rPr lang="en-IN" dirty="0" err="1"/>
              <a:t>VeriSight</a:t>
            </a:r>
            <a:r>
              <a:rPr lang="en-IN" dirty="0"/>
              <a:t> uses five coordinated agents: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 err="1"/>
              <a:t>VeriSight</a:t>
            </a:r>
            <a:r>
              <a:rPr lang="en-IN" dirty="0"/>
              <a:t> also uses deterministic parsers, </a:t>
            </a:r>
            <a:r>
              <a:rPr lang="en-IN" dirty="0" err="1"/>
              <a:t>Pydantic</a:t>
            </a:r>
            <a:r>
              <a:rPr lang="en-IN" dirty="0"/>
              <a:t> contracts, </a:t>
            </a:r>
            <a:r>
              <a:rPr lang="en-IN" dirty="0" err="1"/>
              <a:t>ChromaDB</a:t>
            </a:r>
            <a:r>
              <a:rPr lang="en-IN" dirty="0"/>
              <a:t> RAG, X-Tracer.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E9DC42B-5E20-4982-F605-4EC84EFFE7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340240"/>
            <a:ext cx="4048877" cy="640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7067" y="458470"/>
            <a:ext cx="416331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rPr lang="en-US" sz="2500" b="1" dirty="0">
                <a:latin typeface="Raleway"/>
              </a:rPr>
              <a:t>Architecture Components</a:t>
            </a:r>
            <a:endParaRPr dirty="0">
              <a:latin typeface="Ralew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Mirafra Confidential</a:t>
            </a:r>
          </a:p>
        </p:txBody>
      </p:sp>
      <p:sp>
        <p:nvSpPr>
          <p:cNvPr id="9" name="Rounded Rectangle 2">
            <a:extLst>
              <a:ext uri="{FF2B5EF4-FFF2-40B4-BE49-F238E27FC236}">
                <a16:creationId xmlns:a16="http://schemas.microsoft.com/office/drawing/2014/main" id="{D5B74550-42C8-63B2-C703-08C2FDD53559}"/>
              </a:ext>
            </a:extLst>
          </p:cNvPr>
          <p:cNvSpPr/>
          <p:nvPr/>
        </p:nvSpPr>
        <p:spPr>
          <a:xfrm>
            <a:off x="502920" y="1939946"/>
            <a:ext cx="5440680" cy="987552"/>
          </a:xfrm>
          <a:prstGeom prst="roundRect">
            <a:avLst/>
          </a:prstGeom>
          <a:solidFill>
            <a:srgbClr val="F2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68EE8B-7184-1645-58D7-89529D9D1ABE}"/>
              </a:ext>
            </a:extLst>
          </p:cNvPr>
          <p:cNvSpPr txBox="1"/>
          <p:nvPr/>
        </p:nvSpPr>
        <p:spPr>
          <a:xfrm>
            <a:off x="667512" y="2049674"/>
            <a:ext cx="7036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64B4"/>
                </a:solidFill>
              </a:defRPr>
            </a:pPr>
            <a:r>
              <a:rPr dirty="0"/>
              <a:t>N</a:t>
            </a:r>
            <a:r>
              <a:rPr lang="en-US" dirty="0"/>
              <a:t>exus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804E02-AAB0-8D20-139E-9CB0B6EE3C7E}"/>
              </a:ext>
            </a:extLst>
          </p:cNvPr>
          <p:cNvSpPr txBox="1"/>
          <p:nvPr/>
        </p:nvSpPr>
        <p:spPr>
          <a:xfrm>
            <a:off x="667512" y="2470298"/>
            <a:ext cx="51114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rPr dirty="0"/>
              <a:t>Orchestration, workspace discovery and routing</a:t>
            </a:r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303305C3-9A71-1B2F-FCB3-E8885D14FFD5}"/>
              </a:ext>
            </a:extLst>
          </p:cNvPr>
          <p:cNvSpPr/>
          <p:nvPr/>
        </p:nvSpPr>
        <p:spPr>
          <a:xfrm>
            <a:off x="6217920" y="1939946"/>
            <a:ext cx="5440680" cy="987552"/>
          </a:xfrm>
          <a:prstGeom prst="roundRect">
            <a:avLst/>
          </a:prstGeom>
          <a:solidFill>
            <a:srgbClr val="F2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E600B7-2D35-442B-E3D2-5D7492D96AC2}"/>
              </a:ext>
            </a:extLst>
          </p:cNvPr>
          <p:cNvSpPr txBox="1"/>
          <p:nvPr/>
        </p:nvSpPr>
        <p:spPr>
          <a:xfrm>
            <a:off x="6382512" y="2049674"/>
            <a:ext cx="51114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64B4"/>
                </a:solidFill>
              </a:defRPr>
            </a:pPr>
            <a:r>
              <a:t>MCPs / Skills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241073-1713-1B7A-2F54-88C2940CD5ED}"/>
              </a:ext>
            </a:extLst>
          </p:cNvPr>
          <p:cNvSpPr txBox="1"/>
          <p:nvPr/>
        </p:nvSpPr>
        <p:spPr>
          <a:xfrm>
            <a:off x="6382512" y="2470298"/>
            <a:ext cx="51114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Reusable tools and domain capabilities</a:t>
            </a:r>
          </a:p>
        </p:txBody>
      </p:sp>
      <p:sp>
        <p:nvSpPr>
          <p:cNvPr id="18" name="Rounded Rectangle 11">
            <a:extLst>
              <a:ext uri="{FF2B5EF4-FFF2-40B4-BE49-F238E27FC236}">
                <a16:creationId xmlns:a16="http://schemas.microsoft.com/office/drawing/2014/main" id="{F797F15D-DD10-1580-5904-2E3613B4DBB3}"/>
              </a:ext>
            </a:extLst>
          </p:cNvPr>
          <p:cNvSpPr/>
          <p:nvPr/>
        </p:nvSpPr>
        <p:spPr>
          <a:xfrm>
            <a:off x="6217920" y="3174386"/>
            <a:ext cx="5440680" cy="987552"/>
          </a:xfrm>
          <a:prstGeom prst="roundRect">
            <a:avLst/>
          </a:prstGeom>
          <a:solidFill>
            <a:srgbClr val="F2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688D5B-7E35-6FD6-20E9-011D26C42E79}"/>
              </a:ext>
            </a:extLst>
          </p:cNvPr>
          <p:cNvSpPr txBox="1"/>
          <p:nvPr/>
        </p:nvSpPr>
        <p:spPr>
          <a:xfrm>
            <a:off x="6382512" y="3284114"/>
            <a:ext cx="51114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64B4"/>
                </a:solidFill>
              </a:defRPr>
            </a:pPr>
            <a:r>
              <a:t>Knowledge / RAG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975FF7-8230-A63C-AA6F-59AEAA919F5D}"/>
              </a:ext>
            </a:extLst>
          </p:cNvPr>
          <p:cNvSpPr txBox="1"/>
          <p:nvPr/>
        </p:nvSpPr>
        <p:spPr>
          <a:xfrm>
            <a:off x="6382512" y="3704738"/>
            <a:ext cx="51114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Historical root causes and fixes</a:t>
            </a:r>
          </a:p>
        </p:txBody>
      </p:sp>
      <p:sp>
        <p:nvSpPr>
          <p:cNvPr id="21" name="Rounded Rectangle 14">
            <a:extLst>
              <a:ext uri="{FF2B5EF4-FFF2-40B4-BE49-F238E27FC236}">
                <a16:creationId xmlns:a16="http://schemas.microsoft.com/office/drawing/2014/main" id="{B0083B7B-D9A0-D488-51DF-0EF5FC0E552C}"/>
              </a:ext>
            </a:extLst>
          </p:cNvPr>
          <p:cNvSpPr/>
          <p:nvPr/>
        </p:nvSpPr>
        <p:spPr>
          <a:xfrm>
            <a:off x="502920" y="3174386"/>
            <a:ext cx="5440680" cy="987552"/>
          </a:xfrm>
          <a:prstGeom prst="roundRect">
            <a:avLst/>
          </a:prstGeom>
          <a:solidFill>
            <a:srgbClr val="F2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79A845-D06C-76E8-3BC8-4B8751E4098C}"/>
              </a:ext>
            </a:extLst>
          </p:cNvPr>
          <p:cNvSpPr txBox="1"/>
          <p:nvPr/>
        </p:nvSpPr>
        <p:spPr>
          <a:xfrm>
            <a:off x="667512" y="3284114"/>
            <a:ext cx="51114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9191"/>
                </a:solidFill>
              </a:defRPr>
            </a:pPr>
            <a:r>
              <a:t>VeriSight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180E50-F2B4-4528-D9C9-76E68204392F}"/>
              </a:ext>
            </a:extLst>
          </p:cNvPr>
          <p:cNvSpPr txBox="1"/>
          <p:nvPr/>
        </p:nvSpPr>
        <p:spPr>
          <a:xfrm>
            <a:off x="667512" y="3704738"/>
            <a:ext cx="51114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Extraction, classification, RTL analysis and reports</a:t>
            </a:r>
          </a:p>
        </p:txBody>
      </p:sp>
      <p:sp>
        <p:nvSpPr>
          <p:cNvPr id="24" name="Rounded Rectangle 17">
            <a:extLst>
              <a:ext uri="{FF2B5EF4-FFF2-40B4-BE49-F238E27FC236}">
                <a16:creationId xmlns:a16="http://schemas.microsoft.com/office/drawing/2014/main" id="{455FB39E-B43F-8304-1AC7-5C077B78A575}"/>
              </a:ext>
            </a:extLst>
          </p:cNvPr>
          <p:cNvSpPr/>
          <p:nvPr/>
        </p:nvSpPr>
        <p:spPr>
          <a:xfrm>
            <a:off x="6217920" y="4408826"/>
            <a:ext cx="5440680" cy="987552"/>
          </a:xfrm>
          <a:prstGeom prst="roundRect">
            <a:avLst/>
          </a:prstGeom>
          <a:solidFill>
            <a:srgbClr val="F2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2EAFAF-A97C-E715-F678-868BF3B72C6D}"/>
              </a:ext>
            </a:extLst>
          </p:cNvPr>
          <p:cNvSpPr txBox="1"/>
          <p:nvPr/>
        </p:nvSpPr>
        <p:spPr>
          <a:xfrm>
            <a:off x="6382512" y="4518554"/>
            <a:ext cx="51114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64B4"/>
                </a:solidFill>
              </a:defRPr>
            </a:pPr>
            <a:r>
              <a:t>X-Tracer / Yosys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1C4190-925C-0E11-FFFE-376FF5D83C28}"/>
              </a:ext>
            </a:extLst>
          </p:cNvPr>
          <p:cNvSpPr txBox="1"/>
          <p:nvPr/>
        </p:nvSpPr>
        <p:spPr>
          <a:xfrm>
            <a:off x="6382512" y="4939178"/>
            <a:ext cx="51114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X propagation and structural analysis</a:t>
            </a:r>
          </a:p>
        </p:txBody>
      </p:sp>
      <p:sp>
        <p:nvSpPr>
          <p:cNvPr id="30" name="Rounded Rectangle 23">
            <a:extLst>
              <a:ext uri="{FF2B5EF4-FFF2-40B4-BE49-F238E27FC236}">
                <a16:creationId xmlns:a16="http://schemas.microsoft.com/office/drawing/2014/main" id="{B44E69E1-85B6-AEEF-1168-B761E3091BF7}"/>
              </a:ext>
            </a:extLst>
          </p:cNvPr>
          <p:cNvSpPr/>
          <p:nvPr/>
        </p:nvSpPr>
        <p:spPr>
          <a:xfrm>
            <a:off x="502920" y="4408826"/>
            <a:ext cx="5440680" cy="987552"/>
          </a:xfrm>
          <a:prstGeom prst="roundRect">
            <a:avLst/>
          </a:prstGeom>
          <a:solidFill>
            <a:srgbClr val="F2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22D1E4-D2D6-7EBB-D10E-A91A46BF9843}"/>
              </a:ext>
            </a:extLst>
          </p:cNvPr>
          <p:cNvSpPr txBox="1"/>
          <p:nvPr/>
        </p:nvSpPr>
        <p:spPr>
          <a:xfrm>
            <a:off x="667512" y="4518554"/>
            <a:ext cx="51114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64B4"/>
                </a:solidFill>
              </a:defRPr>
            </a:pPr>
            <a:r>
              <a:t>LLMs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930C75-72FD-0DE4-F383-05EF57920CEF}"/>
              </a:ext>
            </a:extLst>
          </p:cNvPr>
          <p:cNvSpPr txBox="1"/>
          <p:nvPr/>
        </p:nvSpPr>
        <p:spPr>
          <a:xfrm>
            <a:off x="667512" y="4939178"/>
            <a:ext cx="51114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Reasoning where AI adds value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8FB837-4C91-00F7-0670-141E2C66F5CB}"/>
              </a:ext>
            </a:extLst>
          </p:cNvPr>
          <p:cNvSpPr txBox="1"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C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B03F4-7BD0-3731-746F-15DA9EBF5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9B2FF3-10A8-0743-FA89-F2C84C87620B}"/>
              </a:ext>
            </a:extLst>
          </p:cNvPr>
          <p:cNvSpPr txBox="1"/>
          <p:nvPr/>
        </p:nvSpPr>
        <p:spPr>
          <a:xfrm>
            <a:off x="237067" y="458470"/>
            <a:ext cx="544892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rPr lang="en-US" sz="2500" b="1" dirty="0">
                <a:latin typeface="Raleway"/>
              </a:rPr>
              <a:t>Architecture Components (Contd.)</a:t>
            </a:r>
            <a:endParaRPr dirty="0">
              <a:latin typeface="Raleway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628EDF-12FC-6B31-A073-87791DB147A3}"/>
              </a:ext>
            </a:extLst>
          </p:cNvPr>
          <p:cNvSpPr txBox="1"/>
          <p:nvPr/>
        </p:nvSpPr>
        <p:spPr>
          <a:xfrm>
            <a:off x="68580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Mirafra Confidential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0843E7-4463-EBFA-92DB-B3FAE623FF9D}"/>
              </a:ext>
            </a:extLst>
          </p:cNvPr>
          <p:cNvSpPr txBox="1"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C78"/>
                </a:solidFill>
              </a:defRPr>
            </a:pPr>
            <a:r>
              <a:t>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110F8A9-14F8-8CDF-41A6-6A3EFB6D9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022646"/>
              </p:ext>
            </p:extLst>
          </p:nvPr>
        </p:nvGraphicFramePr>
        <p:xfrm>
          <a:off x="284262" y="1457325"/>
          <a:ext cx="11610975" cy="39433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18319">
                  <a:extLst>
                    <a:ext uri="{9D8B030D-6E8A-4147-A177-3AD203B41FA5}">
                      <a16:colId xmlns:a16="http://schemas.microsoft.com/office/drawing/2014/main" val="4068817167"/>
                    </a:ext>
                  </a:extLst>
                </a:gridCol>
                <a:gridCol w="6236638">
                  <a:extLst>
                    <a:ext uri="{9D8B030D-6E8A-4147-A177-3AD203B41FA5}">
                      <a16:colId xmlns:a16="http://schemas.microsoft.com/office/drawing/2014/main" val="3116044513"/>
                    </a:ext>
                  </a:extLst>
                </a:gridCol>
                <a:gridCol w="2256018">
                  <a:extLst>
                    <a:ext uri="{9D8B030D-6E8A-4147-A177-3AD203B41FA5}">
                      <a16:colId xmlns:a16="http://schemas.microsoft.com/office/drawing/2014/main" val="1346140184"/>
                    </a:ext>
                  </a:extLst>
                </a:gridCol>
              </a:tblGrid>
              <a:tr h="65722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Agent / Component</a:t>
                      </a: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Role &amp; Function in VeriSight Pipeline</a:t>
                      </a: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Key Artifact Output</a:t>
                      </a: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2826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Agent 1: Knowledge Extraction</a:t>
                      </a: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Parses spec/RTL/UVM/log/coverage deterministically; indexes context into ChromaDB (11 vector collections).</a:t>
                      </a: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knowledge.json / ChromaDB</a:t>
                      </a: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68074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Agent 2: Root Cause Classifier</a:t>
                      </a: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Applies 9 decision rules to classify TB/RTL/Spec Bug/Unknown with confidence &amp; evidence chain.</a:t>
                      </a: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summary.json</a:t>
                      </a: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459953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Agent 3: RTL Root Cause Analyzer</a:t>
                      </a: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Executes 7 sub-analyzers: bit-precise x-tracer (X-propagation), functional, CDC, linting, register tracking.</a:t>
                      </a: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analysis/*.json</a:t>
                      </a: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083763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Agent 4: Report Generator</a:t>
                      </a: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Renders Jinja2 templates into HTML/Markdown dashboards and outputs summary.json.</a:t>
                      </a: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report.md / HTML / JSON</a:t>
                      </a: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948875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Agent 5: Fix Generator</a:t>
                      </a: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Generates unified-diff patches, validates syntax/structural integrity, computes 6-factor weighted confidence.</a:t>
                      </a: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fix/ patch subdirectory</a:t>
                      </a: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3425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606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63057-9A85-D80C-7ED5-7D501FF4F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7FAE3D-BD3D-E2F5-B59C-5A1675AACD47}"/>
              </a:ext>
            </a:extLst>
          </p:cNvPr>
          <p:cNvSpPr txBox="1"/>
          <p:nvPr/>
        </p:nvSpPr>
        <p:spPr>
          <a:xfrm>
            <a:off x="203200" y="445770"/>
            <a:ext cx="3417923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rPr lang="en-US" sz="2500" b="1" dirty="0">
                <a:latin typeface="Raleway"/>
              </a:rPr>
              <a:t>Tools &amp; Models Used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D738C5-D935-C40C-8507-AFF54220F10F}"/>
              </a:ext>
            </a:extLst>
          </p:cNvPr>
          <p:cNvSpPr txBox="1"/>
          <p:nvPr/>
        </p:nvSpPr>
        <p:spPr>
          <a:xfrm>
            <a:off x="68580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Mirafra Confidential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9294B2-DE2D-1DF0-D3D8-ECEF216AEE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84027"/>
              </p:ext>
            </p:extLst>
          </p:nvPr>
        </p:nvGraphicFramePr>
        <p:xfrm>
          <a:off x="2968147" y="3855720"/>
          <a:ext cx="6484155" cy="2042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1385">
                  <a:extLst>
                    <a:ext uri="{9D8B030D-6E8A-4147-A177-3AD203B41FA5}">
                      <a16:colId xmlns:a16="http://schemas.microsoft.com/office/drawing/2014/main" val="2542463543"/>
                    </a:ext>
                  </a:extLst>
                </a:gridCol>
                <a:gridCol w="2161385">
                  <a:extLst>
                    <a:ext uri="{9D8B030D-6E8A-4147-A177-3AD203B41FA5}">
                      <a16:colId xmlns:a16="http://schemas.microsoft.com/office/drawing/2014/main" val="3594735328"/>
                    </a:ext>
                  </a:extLst>
                </a:gridCol>
                <a:gridCol w="2161385">
                  <a:extLst>
                    <a:ext uri="{9D8B030D-6E8A-4147-A177-3AD203B41FA5}">
                      <a16:colId xmlns:a16="http://schemas.microsoft.com/office/drawing/2014/main" val="3652110423"/>
                    </a:ext>
                  </a:extLst>
                </a:gridCol>
              </a:tblGrid>
              <a:tr h="6510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600" b="1" dirty="0"/>
                        <a:t>Infrastructure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600" b="0" dirty="0"/>
                        <a:t>Shared MCPs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600" b="0" dirty="0"/>
                        <a:t>Shared Skills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600" b="0" dirty="0"/>
                        <a:t>Shared knowledge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600" b="0" dirty="0"/>
                        <a:t>Domain-specific agent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IN" sz="1600" b="1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IN" sz="16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 dirty="0"/>
                        <a:t>AI Infrastructure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b="0" dirty="0" err="1"/>
                        <a:t>Pydantic</a:t>
                      </a:r>
                      <a:endParaRPr lang="en-IN" sz="1600" b="0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b="0" dirty="0" err="1"/>
                        <a:t>ChromaDB</a:t>
                      </a:r>
                      <a:endParaRPr lang="en-IN" sz="1600" b="0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b="0" dirty="0"/>
                        <a:t>Jinja2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b="0" dirty="0"/>
                        <a:t>RAG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dirty="0"/>
                        <a:t>Hardware Verification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SystemVerilog</a:t>
                      </a:r>
                      <a:r>
                        <a:rPr lang="en-IN" sz="1600" dirty="0"/>
                        <a:t>, UVM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RTL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Simulation logs VCD / waveforms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Assertions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Protocol analysis </a:t>
                      </a:r>
                    </a:p>
                    <a:p>
                      <a:pPr algn="l"/>
                      <a:endParaRPr lang="en-IN" sz="16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933160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CB9C1CC6-4045-CECC-FE0B-DDDC2015E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33688"/>
            <a:ext cx="11049000" cy="7096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4913DC-900C-25A2-E5DB-6408D2CBE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995363"/>
            <a:ext cx="3555950" cy="16478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C89ABF-3C02-F9A3-3360-C5D15345A8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2250" y="995363"/>
            <a:ext cx="3555950" cy="16478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0A4B00-AE00-C47C-0437-CEEB6C24CF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8700" y="995363"/>
            <a:ext cx="3556099" cy="16478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87C135-651C-9DF0-CD0C-D0E5CEB6DE1F}"/>
              </a:ext>
            </a:extLst>
          </p:cNvPr>
          <p:cNvSpPr txBox="1"/>
          <p:nvPr/>
        </p:nvSpPr>
        <p:spPr>
          <a:xfrm>
            <a:off x="885825" y="2986088"/>
            <a:ext cx="10648950" cy="436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87"/>
              </a:lnSpc>
            </a:pPr>
            <a:r>
              <a:rPr sz="1600" b="1" i="0" u="none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Templating &amp; Parsing:</a:t>
            </a:r>
            <a:r>
              <a:rPr sz="1600" b="0" i="0" u="none" dirty="0">
                <a:solidFill>
                  <a:schemeClr val="tx1">
                    <a:lumMod val="95000"/>
                    <a:lumOff val="5000"/>
                  </a:schemeClr>
                </a:solidFill>
              </a:rPr>
              <a:t> Jinja2 for Markdown, HTML, and plain-text reports; custom </a:t>
            </a:r>
            <a:r>
              <a:rPr sz="1600" b="0" i="0" u="none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SystemVerilog</a:t>
            </a:r>
            <a:r>
              <a:rPr sz="1600" b="0" i="0" u="none" dirty="0">
                <a:solidFill>
                  <a:schemeClr val="tx1">
                    <a:lumMod val="95000"/>
                    <a:lumOff val="5000"/>
                  </a:schemeClr>
                </a:solidFill>
              </a:rPr>
              <a:t>-aware </a:t>
            </a:r>
            <a:r>
              <a:rPr sz="1600" b="0" i="0" u="none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lexer</a:t>
            </a:r>
            <a:r>
              <a:rPr sz="1600" b="0" i="0" u="none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and comment stripper.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BB1FAF-F313-3CA9-FFF1-CD36C3EC6088}"/>
              </a:ext>
            </a:extLst>
          </p:cNvPr>
          <p:cNvSpPr txBox="1"/>
          <p:nvPr/>
        </p:nvSpPr>
        <p:spPr>
          <a:xfrm>
            <a:off x="885825" y="1195388"/>
            <a:ext cx="331369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 i="0" u="none" dirty="0">
                <a:solidFill>
                  <a:srgbClr val="2563EB"/>
                </a:solidFill>
                <a:cs typeface="Poppins" panose="00000500000000000000" pitchFamily="2" charset="0"/>
              </a:rPr>
              <a:t>LLM Providers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4EE6E0-6005-A723-7D65-2EA58F92572D}"/>
              </a:ext>
            </a:extLst>
          </p:cNvPr>
          <p:cNvSpPr txBox="1"/>
          <p:nvPr/>
        </p:nvSpPr>
        <p:spPr>
          <a:xfrm>
            <a:off x="885825" y="1604963"/>
            <a:ext cx="315590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chemeClr val="tx1">
                    <a:lumMod val="95000"/>
                    <a:lumOff val="5000"/>
                  </a:schemeClr>
                </a:solidFill>
              </a:rPr>
              <a:t>Google Gemini (default) and Anthropic Claude (Sonnet / Opus) swappable via configuration.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4D6024-88EE-7201-BCC4-754A5ACE3CE1}"/>
              </a:ext>
            </a:extLst>
          </p:cNvPr>
          <p:cNvSpPr txBox="1"/>
          <p:nvPr/>
        </p:nvSpPr>
        <p:spPr>
          <a:xfrm>
            <a:off x="4632275" y="1195388"/>
            <a:ext cx="331369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 i="0" u="none" dirty="0">
                <a:solidFill>
                  <a:srgbClr val="2563EB"/>
                </a:solidFill>
              </a:rPr>
              <a:t>Data &amp; RAG Stack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882460-2FF4-046D-958B-4D3B1E7D0F79}"/>
              </a:ext>
            </a:extLst>
          </p:cNvPr>
          <p:cNvSpPr txBox="1"/>
          <p:nvPr/>
        </p:nvSpPr>
        <p:spPr>
          <a:xfrm>
            <a:off x="4632275" y="1604963"/>
            <a:ext cx="31559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800"/>
              </a:lnSpc>
            </a:pPr>
            <a:r>
              <a:rPr sz="1600" b="0" i="0" u="none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Pydantic</a:t>
            </a:r>
            <a:r>
              <a:rPr sz="1600" b="0" i="0" u="none" dirty="0">
                <a:solidFill>
                  <a:schemeClr val="tx1">
                    <a:lumMod val="95000"/>
                    <a:lumOff val="5000"/>
                  </a:schemeClr>
                </a:solidFill>
              </a:rPr>
              <a:t> for type-safe data contracts; </a:t>
            </a:r>
            <a:r>
              <a:rPr sz="1600" b="0" i="0" u="none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ChromaDB</a:t>
            </a:r>
            <a:r>
              <a:rPr sz="1600" b="0" i="0" u="none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(11 persistent collections) for historical vector memory.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1F480E-734E-ED5A-048F-CED43E69BA8D}"/>
              </a:ext>
            </a:extLst>
          </p:cNvPr>
          <p:cNvSpPr txBox="1"/>
          <p:nvPr/>
        </p:nvSpPr>
        <p:spPr>
          <a:xfrm>
            <a:off x="8378725" y="1195388"/>
            <a:ext cx="331385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 i="0" u="none" dirty="0">
                <a:solidFill>
                  <a:srgbClr val="2563EB"/>
                </a:solidFill>
              </a:rPr>
              <a:t>Hardware Verification Tools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A8EE52-25D4-3216-7EC4-F9CF8A4467AD}"/>
              </a:ext>
            </a:extLst>
          </p:cNvPr>
          <p:cNvSpPr txBox="1"/>
          <p:nvPr/>
        </p:nvSpPr>
        <p:spPr>
          <a:xfrm>
            <a:off x="8378725" y="1604963"/>
            <a:ext cx="3156049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rgbClr val="475569"/>
                </a:solidFill>
              </a:rPr>
              <a:t>x-tracer for bit-precise X-propagation, </a:t>
            </a:r>
            <a:r>
              <a:rPr sz="1600" b="0" i="0" u="none" dirty="0" err="1">
                <a:solidFill>
                  <a:srgbClr val="475569"/>
                </a:solidFill>
              </a:rPr>
              <a:t>Yosys</a:t>
            </a:r>
            <a:r>
              <a:rPr sz="1600" b="0" i="0" u="none" dirty="0">
                <a:solidFill>
                  <a:srgbClr val="475569"/>
                </a:solidFill>
              </a:rPr>
              <a:t> for open-source synthesis, and Icarus Verilog / </a:t>
            </a:r>
            <a:r>
              <a:rPr sz="1600" b="0" i="0" u="none" dirty="0" err="1">
                <a:solidFill>
                  <a:srgbClr val="475569"/>
                </a:solidFill>
              </a:rPr>
              <a:t>Verilator</a:t>
            </a:r>
            <a:r>
              <a:rPr sz="1600" b="0" i="0" u="none" dirty="0">
                <a:solidFill>
                  <a:srgbClr val="475569"/>
                </a:solidFill>
              </a:rPr>
              <a:t> for simulation.</a:t>
            </a:r>
          </a:p>
        </p:txBody>
      </p:sp>
    </p:spTree>
    <p:extLst>
      <p:ext uri="{BB962C8B-B14F-4D97-AF65-F5344CB8AC3E}">
        <p14:creationId xmlns:p14="http://schemas.microsoft.com/office/powerpoint/2010/main" val="1540011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3200" y="445770"/>
            <a:ext cx="402385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rPr sz="2500" b="1" dirty="0">
                <a:latin typeface="Raleway"/>
              </a:rPr>
              <a:t>Experiments conducted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Mirafra Confidential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88C3EF-0CF0-4B21-B54C-DB4130BA8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900" y="3566771"/>
            <a:ext cx="5334000" cy="18383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24BBE7-0A5E-5F6D-A40F-DF25E473ABAC}"/>
              </a:ext>
            </a:extLst>
          </p:cNvPr>
          <p:cNvSpPr txBox="1"/>
          <p:nvPr/>
        </p:nvSpPr>
        <p:spPr>
          <a:xfrm>
            <a:off x="203200" y="1247224"/>
            <a:ext cx="56007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 i="0" u="none" dirty="0">
                <a:solidFill>
                  <a:schemeClr val="tx1">
                    <a:lumMod val="95000"/>
                    <a:lumOff val="5000"/>
                  </a:schemeClr>
                </a:solidFill>
                <a:latin typeface="Poppins"/>
              </a:rPr>
              <a:t>Real-World Test Scenarios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A7DF2F-C976-DD70-57C5-95D04BC67BA9}"/>
              </a:ext>
            </a:extLst>
          </p:cNvPr>
          <p:cNvSpPr txBox="1"/>
          <p:nvPr/>
        </p:nvSpPr>
        <p:spPr>
          <a:xfrm>
            <a:off x="203200" y="1857375"/>
            <a:ext cx="11988800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Veri Sight</a:t>
            </a:r>
            <a:r>
              <a:rPr i="0" u="none" dirty="0">
                <a:solidFill>
                  <a:srgbClr val="000000"/>
                </a:solidFill>
              </a:rPr>
              <a:t> has been evaluated on reference designs (ALU) and complex custom designs (Synchronous FIFO</a:t>
            </a:r>
            <a:r>
              <a:rPr lang="en-US" i="0" u="none" dirty="0">
                <a:solidFill>
                  <a:srgbClr val="000000"/>
                </a:solidFill>
              </a:rPr>
              <a:t>, AXI</a:t>
            </a:r>
            <a:r>
              <a:rPr i="0" u="none" dirty="0">
                <a:solidFill>
                  <a:srgbClr val="000000"/>
                </a:solidFill>
              </a:rPr>
              <a:t>) featuring subtle off-by-one errors and multi-cycle simulation mismatches.</a:t>
            </a:r>
            <a:endParaRPr lang="en-US" i="0" u="none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Tested across multi-provider LLM backends (Gemini and Claude).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Validated end-to-end signal tracing over gate-level netlists with VCD waveforms.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Evaluated graceful degradation under insufficient evidence conditions.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EE4DA5-79C6-9DE3-2BDB-5A60AE7D9BE3}"/>
              </a:ext>
            </a:extLst>
          </p:cNvPr>
          <p:cNvSpPr txBox="1"/>
          <p:nvPr/>
        </p:nvSpPr>
        <p:spPr>
          <a:xfrm>
            <a:off x="3290253" y="3736990"/>
            <a:ext cx="518064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50" b="1" i="0" u="none" dirty="0">
                <a:solidFill>
                  <a:srgbClr val="2563EB"/>
                </a:solidFill>
                <a:latin typeface="Poppins"/>
              </a:rPr>
              <a:t>CLI Invocation Example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0134" y="447514"/>
            <a:ext cx="385394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rPr lang="en-US" sz="2500" b="1" dirty="0">
                <a:latin typeface="Raleway"/>
              </a:rPr>
              <a:t>Results &amp; Comparison:-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9533" y="1752600"/>
            <a:ext cx="661662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lang="en-US" dirty="0"/>
              <a:t>Results observed (In words), and comparison to manual effort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Mirafra Confidential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5D14A8E-9CD4-4BDC-F47A-BA0F0667F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407175"/>
              </p:ext>
            </p:extLst>
          </p:nvPr>
        </p:nvGraphicFramePr>
        <p:xfrm>
          <a:off x="581025" y="2405062"/>
          <a:ext cx="11029950" cy="261743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86110">
                  <a:extLst>
                    <a:ext uri="{9D8B030D-6E8A-4147-A177-3AD203B41FA5}">
                      <a16:colId xmlns:a16="http://schemas.microsoft.com/office/drawing/2014/main" val="1876523412"/>
                    </a:ext>
                  </a:extLst>
                </a:gridCol>
                <a:gridCol w="3890865">
                  <a:extLst>
                    <a:ext uri="{9D8B030D-6E8A-4147-A177-3AD203B41FA5}">
                      <a16:colId xmlns:a16="http://schemas.microsoft.com/office/drawing/2014/main" val="1578714061"/>
                    </a:ext>
                  </a:extLst>
                </a:gridCol>
                <a:gridCol w="4752975">
                  <a:extLst>
                    <a:ext uri="{9D8B030D-6E8A-4147-A177-3AD203B41FA5}">
                      <a16:colId xmlns:a16="http://schemas.microsoft.com/office/drawing/2014/main" val="233685349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>
                        <a:defRPr sz="1200" b="1">
                          <a:latin typeface="Inter"/>
                        </a:defRPr>
                      </a:pPr>
                      <a:r>
                        <a:t>Metric / Aspect</a:t>
                      </a: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Inter"/>
                        </a:defRPr>
                      </a:pPr>
                      <a:r>
                        <a:t>Manual Verification Debugging</a:t>
                      </a: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Inter"/>
                        </a:defRPr>
                      </a:pPr>
                      <a:r>
                        <a:t>VeriSight AI Debug Framework</a:t>
                      </a: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11507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>
                        <a:defRPr sz="1100" b="0">
                          <a:latin typeface="Inter"/>
                        </a:defRPr>
                      </a:pPr>
                      <a:r>
                        <a:t>Triage &amp; Debug Time</a:t>
                      </a: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Inter"/>
                        </a:defRPr>
                      </a:pPr>
                      <a:r>
                        <a:t>4–8 hours of manual log, RTL, &amp; waveform correlation per failure</a:t>
                      </a: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Inter"/>
                        </a:defRPr>
                      </a:pPr>
                      <a:r>
                        <a:t>Single automated run (&lt; 2 minutes per failure)</a:t>
                      </a: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84797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>
                        <a:defRPr sz="1100" b="0">
                          <a:latin typeface="Inter"/>
                        </a:defRPr>
                      </a:pPr>
                      <a:r>
                        <a:t>Root Cause Accuracy</a:t>
                      </a: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Inter"/>
                        </a:defRPr>
                      </a:pPr>
                      <a:r>
                        <a:t>Dependent on individual engineer familiarity with codebase</a:t>
                      </a: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Inter"/>
                        </a:defRPr>
                      </a:pPr>
                      <a:r>
                        <a:t>100% evidence-backed classification + 6-factor confidence score</a:t>
                      </a: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052161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>
                        <a:defRPr sz="1100" b="0">
                          <a:latin typeface="Inter"/>
                        </a:defRPr>
                      </a:pPr>
                      <a:r>
                        <a:t>Artifact &amp; Fix Generation</a:t>
                      </a: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Inter"/>
                        </a:defRPr>
                      </a:pPr>
                      <a:r>
                        <a:t>Manual note-taking, informal bug filing, manual code edits</a:t>
                      </a: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Inter"/>
                        </a:defRPr>
                      </a:pPr>
                      <a:r>
                        <a:t>Automated JSON, HTML, Markdown dashboards &amp; verified diff patches</a:t>
                      </a: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38393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>
                        <a:defRPr sz="1100" b="0">
                          <a:latin typeface="Inter"/>
                        </a:defRPr>
                      </a:pPr>
                      <a:r>
                        <a:t>Historical Knowledge Reuse</a:t>
                      </a: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Inter"/>
                        </a:defRPr>
                      </a:pPr>
                      <a:r>
                        <a:t>Tribal knowledge lost across team members &amp; sessions</a:t>
                      </a: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Inter"/>
                        </a:defRPr>
                      </a:pPr>
                      <a:r>
                        <a:t>ChromaDB vector memory across 11 collections for instant pattern match</a:t>
                      </a: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90654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521" y="448366"/>
            <a:ext cx="557877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rPr lang="en-US" sz="2500" b="1" dirty="0">
                <a:latin typeface="Raleway"/>
              </a:rPr>
              <a:t>Dashboard Overview (</a:t>
            </a:r>
            <a:r>
              <a:rPr sz="2500" b="1" dirty="0">
                <a:latin typeface="Raleway"/>
              </a:rPr>
              <a:t>Screenshots</a:t>
            </a:r>
            <a:r>
              <a:rPr lang="en-US" sz="2500" b="1" dirty="0">
                <a:latin typeface="Raleway"/>
              </a:rPr>
              <a:t>)</a:t>
            </a:r>
            <a:endParaRPr sz="2500" b="1" dirty="0">
              <a:latin typeface="Ralew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Mirafra Confidential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182E60-4D8E-E893-2067-523C65197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2770340"/>
            <a:ext cx="5334000" cy="228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08FC67-0960-6174-A078-57B8BEC7C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2770340"/>
            <a:ext cx="5334000" cy="2286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30D671-B7A1-9BCE-2EDE-BF811DCD2557}"/>
              </a:ext>
            </a:extLst>
          </p:cNvPr>
          <p:cNvSpPr txBox="1"/>
          <p:nvPr/>
        </p:nvSpPr>
        <p:spPr>
          <a:xfrm>
            <a:off x="495300" y="2417915"/>
            <a:ext cx="56007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Structured JSON Output (summary.json)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2E94FA-7BF2-AFA6-F87F-F4E8115C9CDB}"/>
              </a:ext>
            </a:extLst>
          </p:cNvPr>
          <p:cNvSpPr txBox="1"/>
          <p:nvPr/>
        </p:nvSpPr>
        <p:spPr>
          <a:xfrm>
            <a:off x="6210300" y="2417915"/>
            <a:ext cx="56007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HTML Debugging Report Highlights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8CD7ED-73B3-0B92-8E70-2BF81550C987}"/>
              </a:ext>
            </a:extLst>
          </p:cNvPr>
          <p:cNvSpPr txBox="1"/>
          <p:nvPr/>
        </p:nvSpPr>
        <p:spPr>
          <a:xfrm>
            <a:off x="6362700" y="3056090"/>
            <a:ext cx="5029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Session: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14c5b381 | 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Simulation: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FAIL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0FC4BF-831D-9B87-A8EF-1F1AFC432F06}"/>
              </a:ext>
            </a:extLst>
          </p:cNvPr>
          <p:cNvSpPr txBox="1"/>
          <p:nvPr/>
        </p:nvSpPr>
        <p:spPr>
          <a:xfrm>
            <a:off x="6362700" y="3389465"/>
            <a:ext cx="5029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Verdict: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RTL Bug identified with 78% confidence in syn_fifo module.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0B84DC-032F-3011-B3C6-74861050A257}"/>
              </a:ext>
            </a:extLst>
          </p:cNvPr>
          <p:cNvSpPr txBox="1"/>
          <p:nvPr/>
        </p:nvSpPr>
        <p:spPr>
          <a:xfrm>
            <a:off x="6362700" y="3732365"/>
            <a:ext cx="50292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Root Cause Summary: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Failure signature (empty flag asserted while COUNT &gt; 0) indicates an incomplete fix or new off-by-one introduced in status counter logic.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3A136-247A-5911-B264-23C6C52B2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941B87-F8B4-B752-B322-31C04269CFFC}"/>
              </a:ext>
            </a:extLst>
          </p:cNvPr>
          <p:cNvSpPr txBox="1"/>
          <p:nvPr/>
        </p:nvSpPr>
        <p:spPr>
          <a:xfrm>
            <a:off x="191521" y="448366"/>
            <a:ext cx="557877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rPr lang="en-US" sz="2500" b="1" dirty="0">
                <a:latin typeface="Raleway"/>
              </a:rPr>
              <a:t>Dashboard Overview (</a:t>
            </a:r>
            <a:r>
              <a:rPr sz="2500" b="1" dirty="0">
                <a:latin typeface="Raleway"/>
              </a:rPr>
              <a:t>Screenshots</a:t>
            </a:r>
            <a:r>
              <a:rPr lang="en-US" sz="2500" b="1" dirty="0">
                <a:latin typeface="Raleway"/>
              </a:rPr>
              <a:t>)</a:t>
            </a:r>
            <a:endParaRPr sz="2500" b="1" dirty="0">
              <a:latin typeface="Raleway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1569A9-EA4E-3802-C358-64B60D4B39CA}"/>
              </a:ext>
            </a:extLst>
          </p:cNvPr>
          <p:cNvSpPr txBox="1"/>
          <p:nvPr/>
        </p:nvSpPr>
        <p:spPr>
          <a:xfrm>
            <a:off x="68580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Mirafra Confidential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601748F-8F53-A938-E404-834C9474C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62" y="1004990"/>
            <a:ext cx="5400000" cy="24975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4B45AD6-0529-46DE-80E7-19BC1BEDD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538" y="1004990"/>
            <a:ext cx="5400000" cy="249187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0132591-3057-B580-9712-B7A6CE4777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462" y="3823730"/>
            <a:ext cx="5400000" cy="248906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7E19AA2-E804-3C0A-39D0-582BA87BC5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7538" y="3811177"/>
            <a:ext cx="5400000" cy="250161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A79EE4C-9040-48BA-7596-F05E72301829}"/>
              </a:ext>
            </a:extLst>
          </p:cNvPr>
          <p:cNvSpPr txBox="1"/>
          <p:nvPr/>
        </p:nvSpPr>
        <p:spPr>
          <a:xfrm>
            <a:off x="1990635" y="3472772"/>
            <a:ext cx="1980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domain (DV)</a:t>
            </a:r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92928B-E339-6463-A2D8-F285217039C2}"/>
              </a:ext>
            </a:extLst>
          </p:cNvPr>
          <p:cNvSpPr txBox="1"/>
          <p:nvPr/>
        </p:nvSpPr>
        <p:spPr>
          <a:xfrm>
            <a:off x="7917267" y="3454398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Choose MCP(s), Skills (s)</a:t>
            </a:r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24AF97-085F-E164-BA0F-A79427C6D4DF}"/>
              </a:ext>
            </a:extLst>
          </p:cNvPr>
          <p:cNvSpPr txBox="1"/>
          <p:nvPr/>
        </p:nvSpPr>
        <p:spPr>
          <a:xfrm>
            <a:off x="4868195" y="6400800"/>
            <a:ext cx="2455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Wrapper for framework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680281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4475" y="448510"/>
            <a:ext cx="452720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rPr sz="2500" b="1" dirty="0">
                <a:latin typeface="Raleway"/>
              </a:rPr>
              <a:t>Token </a:t>
            </a:r>
            <a:r>
              <a:rPr lang="en-US" sz="2500" b="1" dirty="0">
                <a:latin typeface="Raleway"/>
              </a:rPr>
              <a:t>U</a:t>
            </a:r>
            <a:r>
              <a:rPr sz="2500" b="1" dirty="0">
                <a:latin typeface="Raleway"/>
              </a:rPr>
              <a:t>tilization </a:t>
            </a:r>
            <a:r>
              <a:rPr lang="en-US" sz="2500" b="1" dirty="0">
                <a:latin typeface="Raleway"/>
              </a:rPr>
              <a:t>Over</a:t>
            </a:r>
            <a:r>
              <a:rPr sz="2500" b="1" dirty="0">
                <a:latin typeface="Raleway"/>
              </a:rPr>
              <a:t> </a:t>
            </a:r>
            <a:r>
              <a:rPr lang="en-US" sz="2500" b="1" dirty="0">
                <a:latin typeface="Raleway"/>
              </a:rPr>
              <a:t>C</a:t>
            </a:r>
            <a:r>
              <a:rPr sz="2500" b="1" dirty="0">
                <a:latin typeface="Raleway"/>
              </a:rPr>
              <a:t>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Mirafra Confidential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EA9B1C-21F4-076D-BFD8-5E224EE2EBDE}"/>
              </a:ext>
            </a:extLst>
          </p:cNvPr>
          <p:cNvSpPr txBox="1"/>
          <p:nvPr/>
        </p:nvSpPr>
        <p:spPr>
          <a:xfrm>
            <a:off x="224475" y="982336"/>
            <a:ext cx="11049000" cy="224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87"/>
              </a:lnSpc>
            </a:pPr>
            <a:r>
              <a:rPr b="0" i="0" u="none" dirty="0"/>
              <a:t>Estimated cost per run for the RTL-Bug path (~46.5k input / ~6.4k output tokens) using Anthropic API pricing:</a:t>
            </a:r>
            <a:endParaRPr lang="en-US" b="0" i="0" u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83C0F6-59AC-B3CD-BA32-908547C7A8EA}"/>
              </a:ext>
            </a:extLst>
          </p:cNvPr>
          <p:cNvSpPr txBox="1"/>
          <p:nvPr/>
        </p:nvSpPr>
        <p:spPr>
          <a:xfrm>
            <a:off x="576262" y="3037881"/>
            <a:ext cx="11049000" cy="413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575"/>
              </a:lnSpc>
              <a:defRPr sz="1100">
                <a:solidFill>
                  <a:srgbClr val="475569"/>
                </a:solidFill>
                <a:latin typeface="Inter"/>
              </a:defRPr>
            </a:pPr>
            <a:r>
              <a:t>Note: Total $300 Claude AI token consumption spent across benchmark suites. Prompt caching cuts costs by up to ~90% on reused spec/RTL text.</a:t>
            </a:r>
            <a:endParaRPr lang="en-US" sz="1600" b="0" i="1" u="none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3E72E71-813C-07C9-7995-2B3D0B2C25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903150"/>
              </p:ext>
            </p:extLst>
          </p:nvPr>
        </p:nvGraphicFramePr>
        <p:xfrm>
          <a:off x="576262" y="1498869"/>
          <a:ext cx="11039475" cy="12468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26696">
                  <a:extLst>
                    <a:ext uri="{9D8B030D-6E8A-4147-A177-3AD203B41FA5}">
                      <a16:colId xmlns:a16="http://schemas.microsoft.com/office/drawing/2014/main" val="4208693067"/>
                    </a:ext>
                  </a:extLst>
                </a:gridCol>
                <a:gridCol w="2349103">
                  <a:extLst>
                    <a:ext uri="{9D8B030D-6E8A-4147-A177-3AD203B41FA5}">
                      <a16:colId xmlns:a16="http://schemas.microsoft.com/office/drawing/2014/main" val="3556396772"/>
                    </a:ext>
                  </a:extLst>
                </a:gridCol>
                <a:gridCol w="2521001">
                  <a:extLst>
                    <a:ext uri="{9D8B030D-6E8A-4147-A177-3AD203B41FA5}">
                      <a16:colId xmlns:a16="http://schemas.microsoft.com/office/drawing/2014/main" val="558161558"/>
                    </a:ext>
                  </a:extLst>
                </a:gridCol>
                <a:gridCol w="3342675">
                  <a:extLst>
                    <a:ext uri="{9D8B030D-6E8A-4147-A177-3AD203B41FA5}">
                      <a16:colId xmlns:a16="http://schemas.microsoft.com/office/drawing/2014/main" val="587722668"/>
                    </a:ext>
                  </a:extLst>
                </a:gridCol>
              </a:tblGrid>
              <a:tr h="415633">
                <a:tc>
                  <a:txBody>
                    <a:bodyPr/>
                    <a:lstStyle/>
                    <a:p>
                      <a:pPr>
                        <a:defRPr sz="1200" b="1">
                          <a:latin typeface="Inter"/>
                        </a:defRPr>
                      </a:pPr>
                      <a:r>
                        <a:t>Model / Framework</a:t>
                      </a:r>
                    </a:p>
                  </a:txBody>
                  <a:tcPr marL="50930" marR="50930" marT="20364" marB="203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Inter"/>
                        </a:defRPr>
                      </a:pPr>
                      <a:r>
                        <a:t>Input Token Rate</a:t>
                      </a:r>
                    </a:p>
                  </a:txBody>
                  <a:tcPr marL="50930" marR="50930" marT="20364" marB="203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Inter"/>
                        </a:defRPr>
                      </a:pPr>
                      <a:r>
                        <a:t>Output Token Rate</a:t>
                      </a:r>
                    </a:p>
                  </a:txBody>
                  <a:tcPr marL="50930" marR="50930" marT="20364" marB="203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Inter"/>
                        </a:defRPr>
                      </a:pPr>
                      <a:r>
                        <a:t>Est. Cost / Run</a:t>
                      </a:r>
                    </a:p>
                  </a:txBody>
                  <a:tcPr marL="50930" marR="50930" marT="20364" marB="203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5042237"/>
                  </a:ext>
                </a:extLst>
              </a:tr>
              <a:tr h="415633">
                <a:tc>
                  <a:txBody>
                    <a:bodyPr/>
                    <a:lstStyle/>
                    <a:p>
                      <a:pPr>
                        <a:defRPr sz="1100" b="0">
                          <a:latin typeface="Inter"/>
                        </a:defRPr>
                      </a:pPr>
                      <a:r>
                        <a:t>Claude Sonnet 3.5 / 3.7</a:t>
                      </a:r>
                    </a:p>
                  </a:txBody>
                  <a:tcPr marL="50930" marR="50930" marT="20364" marB="203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Inter"/>
                        </a:defRPr>
                      </a:pPr>
                      <a:r>
                        <a:t>$3.00 / MTok</a:t>
                      </a:r>
                    </a:p>
                  </a:txBody>
                  <a:tcPr marL="50930" marR="50930" marT="20364" marB="203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Inter"/>
                        </a:defRPr>
                      </a:pPr>
                      <a:r>
                        <a:t>$15.00 / MTok</a:t>
                      </a:r>
                    </a:p>
                  </a:txBody>
                  <a:tcPr marL="50930" marR="50930" marT="20364" marB="203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Inter"/>
                        </a:defRPr>
                      </a:pPr>
                      <a:r>
                        <a:t>~$0.16 / debug run</a:t>
                      </a:r>
                    </a:p>
                  </a:txBody>
                  <a:tcPr marL="50930" marR="50930" marT="20364" marB="203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9624897"/>
                  </a:ext>
                </a:extLst>
              </a:tr>
              <a:tr h="415633">
                <a:tc>
                  <a:txBody>
                    <a:bodyPr/>
                    <a:lstStyle/>
                    <a:p>
                      <a:pPr>
                        <a:defRPr sz="1100" b="0">
                          <a:latin typeface="Inter"/>
                        </a:defRPr>
                      </a:pPr>
                      <a:r>
                        <a:t>Claude Opus 3 / 3.5</a:t>
                      </a:r>
                    </a:p>
                  </a:txBody>
                  <a:tcPr marL="50930" marR="50930" marT="20364" marB="203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Inter"/>
                        </a:defRPr>
                      </a:pPr>
                      <a:r>
                        <a:t>$15.00 / MTok</a:t>
                      </a:r>
                    </a:p>
                  </a:txBody>
                  <a:tcPr marL="50930" marR="50930" marT="20364" marB="203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Inter"/>
                        </a:defRPr>
                      </a:pPr>
                      <a:r>
                        <a:t>$75.00 / MTok</a:t>
                      </a:r>
                    </a:p>
                  </a:txBody>
                  <a:tcPr marL="50930" marR="50930" marT="20364" marB="203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Inter"/>
                        </a:defRPr>
                      </a:pPr>
                      <a:r>
                        <a:t>~$0.39 / debug run</a:t>
                      </a:r>
                    </a:p>
                  </a:txBody>
                  <a:tcPr marL="50930" marR="50930" marT="20364" marB="203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774423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0652" y="449510"/>
            <a:ext cx="1645002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rPr sz="2500" b="1" dirty="0">
                <a:latin typeface="Raleway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6306" y="1638300"/>
            <a:ext cx="82638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Roboto"/>
              </a:defRPr>
            </a:pPr>
            <a:r>
              <a:t>VeriSight AI Debug Framework Summary &amp; Key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Mirafra Confidential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7FA674-4331-CD61-AE8A-BDAE1EC36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75" y="2819400"/>
            <a:ext cx="3555950" cy="18764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53F285-DDDA-E772-CA2E-417C8E6BE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25" y="2819400"/>
            <a:ext cx="3555950" cy="1876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EE0ABE-D6B5-94AB-BC24-562EA51AF8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475" y="2819400"/>
            <a:ext cx="3556099" cy="18764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5183AD-5EF9-8AA7-D755-7A4CA6EE1956}"/>
              </a:ext>
            </a:extLst>
          </p:cNvPr>
          <p:cNvSpPr txBox="1"/>
          <p:nvPr/>
        </p:nvSpPr>
        <p:spPr>
          <a:xfrm>
            <a:off x="771600" y="3019425"/>
            <a:ext cx="331369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50" b="1" i="0" u="none">
                <a:solidFill>
                  <a:srgbClr val="2563EB"/>
                </a:solidFill>
                <a:latin typeface="Poppins"/>
              </a:rPr>
              <a:t>Automation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B90078-CE11-CD7A-11AB-5BEB259E6E61}"/>
              </a:ext>
            </a:extLst>
          </p:cNvPr>
          <p:cNvSpPr txBox="1"/>
          <p:nvPr/>
        </p:nvSpPr>
        <p:spPr>
          <a:xfrm>
            <a:off x="771600" y="3429000"/>
            <a:ext cx="31559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Successfully automates log analysis, spec cross-referencing, and root-cause classification for ASIC verification.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11903A-315E-EE96-59D9-4DAFFDEB6016}"/>
              </a:ext>
            </a:extLst>
          </p:cNvPr>
          <p:cNvSpPr txBox="1"/>
          <p:nvPr/>
        </p:nvSpPr>
        <p:spPr>
          <a:xfrm>
            <a:off x="4518050" y="3019425"/>
            <a:ext cx="331369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50" b="1" i="0" u="none">
                <a:solidFill>
                  <a:srgbClr val="2563EB"/>
                </a:solidFill>
                <a:latin typeface="Poppins"/>
              </a:rPr>
              <a:t>Precision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74933D-F5EB-A00B-F63E-B5C073C2CD25}"/>
              </a:ext>
            </a:extLst>
          </p:cNvPr>
          <p:cNvSpPr txBox="1"/>
          <p:nvPr/>
        </p:nvSpPr>
        <p:spPr>
          <a:xfrm>
            <a:off x="4518050" y="3429000"/>
            <a:ext cx="31559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Combines deterministic parsers with advanced LLMs and tool integration to provide accurate, evidence-backed verdicts.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B9108-A1D5-774A-5B46-0F2DB7179E11}"/>
              </a:ext>
            </a:extLst>
          </p:cNvPr>
          <p:cNvSpPr txBox="1"/>
          <p:nvPr/>
        </p:nvSpPr>
        <p:spPr>
          <a:xfrm>
            <a:off x="8264500" y="3019425"/>
            <a:ext cx="331385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50" b="1" i="0" u="none">
                <a:solidFill>
                  <a:srgbClr val="2563EB"/>
                </a:solidFill>
                <a:latin typeface="Poppins"/>
              </a:rPr>
              <a:t>Efficiency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CD8153-A4AC-8F14-FAEF-744848A42BEF}"/>
              </a:ext>
            </a:extLst>
          </p:cNvPr>
          <p:cNvSpPr txBox="1"/>
          <p:nvPr/>
        </p:nvSpPr>
        <p:spPr>
          <a:xfrm>
            <a:off x="8264500" y="3429000"/>
            <a:ext cx="3156049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Reduces triage time from hours to minutes at a nominal cost of ~$0.16 per run.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615" y="452118"/>
            <a:ext cx="2366353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rPr sz="2500" b="1" dirty="0">
                <a:latin typeface="Raleway"/>
              </a:rPr>
              <a:t>Future scope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Mirafra Confidential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72D1F8-B5C6-3741-D7C5-DC3C69EECF82}"/>
              </a:ext>
            </a:extLst>
          </p:cNvPr>
          <p:cNvSpPr txBox="1"/>
          <p:nvPr/>
        </p:nvSpPr>
        <p:spPr>
          <a:xfrm>
            <a:off x="198615" y="926538"/>
            <a:ext cx="76923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en-US" dirty="0">
                <a:latin typeface="roboto" panose="02000000000000000000"/>
              </a:rPr>
              <a:t>Any further improvement, features that need to be added to this AI Solution to make it industry-ready</a:t>
            </a:r>
            <a:endParaRPr dirty="0">
              <a:latin typeface="roboto" panose="02000000000000000000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5F51F407-A36E-C932-BB54-927CC3D8FCF1}"/>
              </a:ext>
            </a:extLst>
          </p:cNvPr>
          <p:cNvSpPr txBox="1"/>
          <p:nvPr/>
        </p:nvSpPr>
        <p:spPr>
          <a:xfrm>
            <a:off x="628650" y="2068421"/>
            <a:ext cx="56007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1" i="0" u="none" dirty="0">
                <a:solidFill>
                  <a:srgbClr val="000000"/>
                </a:solidFill>
                <a:latin typeface="Poppins"/>
              </a:rPr>
              <a:t>Future Enhancements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7597CCC-004E-22B7-558B-8DE6161F7CE2}"/>
              </a:ext>
            </a:extLst>
          </p:cNvPr>
          <p:cNvSpPr txBox="1"/>
          <p:nvPr/>
        </p:nvSpPr>
        <p:spPr>
          <a:xfrm>
            <a:off x="6229350" y="2108844"/>
            <a:ext cx="56007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1" i="0" u="none" dirty="0">
                <a:solidFill>
                  <a:srgbClr val="000000"/>
                </a:solidFill>
                <a:latin typeface="Poppins"/>
              </a:rPr>
              <a:t>Industry Integration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0B6A15-16B8-229D-122A-BB785CBFD9AD}"/>
              </a:ext>
            </a:extLst>
          </p:cNvPr>
          <p:cNvSpPr txBox="1"/>
          <p:nvPr/>
        </p:nvSpPr>
        <p:spPr>
          <a:xfrm>
            <a:off x="457200" y="2504067"/>
            <a:ext cx="5143500" cy="1388201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b="0" i="0" u="none" dirty="0">
                <a:solidFill>
                  <a:srgbClr val="000000"/>
                </a:solidFill>
              </a:rPr>
              <a:t>Integration of advanced reinforcement learning loops for automated patch validation.</a:t>
            </a:r>
            <a:endParaRPr lang="en-US" b="0" i="0" u="none" dirty="0">
              <a:solidFill>
                <a:srgbClr val="000000"/>
              </a:solidFill>
            </a:endParaRP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Support for broader assertion-based verification (SVA) log analysis.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Enhanced multi-die and SoC-level hierarchical debugging support.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5FC308-9402-2678-972D-4EFE535FDE1F}"/>
              </a:ext>
            </a:extLst>
          </p:cNvPr>
          <p:cNvSpPr txBox="1"/>
          <p:nvPr/>
        </p:nvSpPr>
        <p:spPr>
          <a:xfrm>
            <a:off x="6096000" y="2388650"/>
            <a:ext cx="5143500" cy="1619033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b="0" i="0" u="none" dirty="0">
                <a:solidFill>
                  <a:srgbClr val="000000"/>
                </a:solidFill>
              </a:rPr>
              <a:t>Seamless plug-in into standard commercial EDA </a:t>
            </a:r>
            <a:r>
              <a:rPr b="0" i="0" u="none" dirty="0" err="1">
                <a:solidFill>
                  <a:srgbClr val="000000"/>
                </a:solidFill>
              </a:rPr>
              <a:t>toolflows</a:t>
            </a:r>
            <a:r>
              <a:rPr b="0" i="0" u="none" dirty="0">
                <a:solidFill>
                  <a:srgbClr val="000000"/>
                </a:solidFill>
              </a:rPr>
              <a:t> (Synopsys, Cadence, Siemens EDA).</a:t>
            </a:r>
            <a:endParaRPr lang="en-US" b="0" i="0" u="none" dirty="0">
              <a:solidFill>
                <a:srgbClr val="000000"/>
              </a:solidFill>
            </a:endParaRP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CI/CD pipeline integration for nightly regression failure triage.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Secure on-premise LLM deployment for proprietary semiconductor designs.</a:t>
            </a:r>
          </a:p>
          <a:p>
            <a:pPr marL="285750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endParaRPr b="0" i="0" u="none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3355" y="458825"/>
            <a:ext cx="1040874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/>
            </a:pPr>
            <a:r>
              <a:rPr lang="en-US" sz="2500" b="1" dirty="0">
                <a:latin typeface="Raleway"/>
              </a:rPr>
              <a:t>Industry Integration: </a:t>
            </a:r>
            <a:r>
              <a:rPr sz="2500" b="1" dirty="0">
                <a:latin typeface="Raleway"/>
              </a:rPr>
              <a:t>Integration into real-world chip design flows</a:t>
            </a:r>
            <a:endParaRPr lang="en-US" sz="2500" b="1" dirty="0">
              <a:latin typeface="Ralew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Mirafra Confidential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E389E6B-4B32-CBA6-B50C-CBECE1BCBA46}"/>
              </a:ext>
            </a:extLst>
          </p:cNvPr>
          <p:cNvSpPr/>
          <p:nvPr/>
        </p:nvSpPr>
        <p:spPr>
          <a:xfrm>
            <a:off x="411480" y="1143000"/>
            <a:ext cx="1645920" cy="777240"/>
          </a:xfrm>
          <a:prstGeom prst="roundRect">
            <a:avLst/>
          </a:prstGeom>
          <a:solidFill>
            <a:srgbClr val="F2F6FA"/>
          </a:solidFill>
          <a:ln>
            <a:solidFill>
              <a:srgbClr val="2D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A0BA8A-0E6F-2F0D-62A4-CF5EC603EC2B}"/>
              </a:ext>
            </a:extLst>
          </p:cNvPr>
          <p:cNvSpPr txBox="1"/>
          <p:nvPr/>
        </p:nvSpPr>
        <p:spPr>
          <a:xfrm>
            <a:off x="466344" y="1197864"/>
            <a:ext cx="1536192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2830"/>
                </a:solidFill>
              </a:defRPr>
            </a:pPr>
            <a:r>
              <a:t>SPEC / RTL / UVM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BF55ED62-FC5B-AD75-214F-AE673699B54A}"/>
              </a:ext>
            </a:extLst>
          </p:cNvPr>
          <p:cNvSpPr/>
          <p:nvPr/>
        </p:nvSpPr>
        <p:spPr>
          <a:xfrm>
            <a:off x="2423160" y="1143000"/>
            <a:ext cx="1645920" cy="777240"/>
          </a:xfrm>
          <a:prstGeom prst="roundRect">
            <a:avLst/>
          </a:prstGeom>
          <a:solidFill>
            <a:srgbClr val="F2F6FA"/>
          </a:solidFill>
          <a:ln>
            <a:solidFill>
              <a:srgbClr val="2D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3CC4FA-57ED-6FC4-BB4C-0B5BBFBE5C06}"/>
              </a:ext>
            </a:extLst>
          </p:cNvPr>
          <p:cNvSpPr txBox="1"/>
          <p:nvPr/>
        </p:nvSpPr>
        <p:spPr>
          <a:xfrm>
            <a:off x="2478024" y="1197864"/>
            <a:ext cx="1536192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2830"/>
                </a:solidFill>
              </a:defRPr>
            </a:pPr>
            <a:r>
              <a:t>SIMULATION / CI</a:t>
            </a:r>
          </a:p>
        </p:txBody>
      </p: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5D083FEA-EEA9-A793-08A9-251D2322EC1F}"/>
              </a:ext>
            </a:extLst>
          </p:cNvPr>
          <p:cNvSpPr/>
          <p:nvPr/>
        </p:nvSpPr>
        <p:spPr>
          <a:xfrm>
            <a:off x="4434840" y="1143000"/>
            <a:ext cx="1645920" cy="777240"/>
          </a:xfrm>
          <a:prstGeom prst="roundRect">
            <a:avLst/>
          </a:prstGeom>
          <a:solidFill>
            <a:srgbClr val="F2F6FA"/>
          </a:solidFill>
          <a:ln>
            <a:solidFill>
              <a:srgbClr val="2D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4A70FB-5F8E-2ACD-B4B2-FC4F9B547D77}"/>
              </a:ext>
            </a:extLst>
          </p:cNvPr>
          <p:cNvSpPr txBox="1"/>
          <p:nvPr/>
        </p:nvSpPr>
        <p:spPr>
          <a:xfrm>
            <a:off x="4489703" y="1197864"/>
            <a:ext cx="1536192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2830"/>
                </a:solidFill>
              </a:defRPr>
            </a:pPr>
            <a:r>
              <a:t>REGRESSION</a:t>
            </a: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9F7718E5-31EB-552C-48AA-DFEF9C4A56F7}"/>
              </a:ext>
            </a:extLst>
          </p:cNvPr>
          <p:cNvSpPr/>
          <p:nvPr/>
        </p:nvSpPr>
        <p:spPr>
          <a:xfrm>
            <a:off x="6446520" y="1143000"/>
            <a:ext cx="1645920" cy="777240"/>
          </a:xfrm>
          <a:prstGeom prst="roundRect">
            <a:avLst/>
          </a:prstGeom>
          <a:solidFill>
            <a:srgbClr val="F2F6FA"/>
          </a:solidFill>
          <a:ln>
            <a:solidFill>
              <a:srgbClr val="2D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23A9F3-F594-C222-389D-7140FC3E8B18}"/>
              </a:ext>
            </a:extLst>
          </p:cNvPr>
          <p:cNvSpPr txBox="1"/>
          <p:nvPr/>
        </p:nvSpPr>
        <p:spPr>
          <a:xfrm>
            <a:off x="6501383" y="1197864"/>
            <a:ext cx="1536192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2830"/>
                </a:solidFill>
              </a:defRPr>
            </a:pPr>
            <a:r>
              <a:t>FAILURE</a:t>
            </a:r>
          </a:p>
        </p:txBody>
      </p:sp>
      <p:sp>
        <p:nvSpPr>
          <p:cNvPr id="13" name="Rounded Rectangle 10">
            <a:extLst>
              <a:ext uri="{FF2B5EF4-FFF2-40B4-BE49-F238E27FC236}">
                <a16:creationId xmlns:a16="http://schemas.microsoft.com/office/drawing/2014/main" id="{D17B0772-DAF6-758F-E51F-633CFC9EEC57}"/>
              </a:ext>
            </a:extLst>
          </p:cNvPr>
          <p:cNvSpPr/>
          <p:nvPr/>
        </p:nvSpPr>
        <p:spPr>
          <a:xfrm>
            <a:off x="8229600" y="1143000"/>
            <a:ext cx="1645920" cy="777240"/>
          </a:xfrm>
          <a:prstGeom prst="roundRect">
            <a:avLst/>
          </a:prstGeom>
          <a:solidFill>
            <a:srgbClr val="E1F0F2"/>
          </a:solidFill>
          <a:ln>
            <a:solidFill>
              <a:srgbClr val="2D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D78641-0859-099C-FC47-E2390DFC850F}"/>
              </a:ext>
            </a:extLst>
          </p:cNvPr>
          <p:cNvSpPr txBox="1"/>
          <p:nvPr/>
        </p:nvSpPr>
        <p:spPr>
          <a:xfrm>
            <a:off x="8693327" y="1197864"/>
            <a:ext cx="718466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2830"/>
                </a:solidFill>
              </a:defRPr>
            </a:pPr>
            <a:r>
              <a:rPr dirty="0"/>
              <a:t>NEXUS</a:t>
            </a:r>
            <a:br>
              <a:rPr lang="en-US" dirty="0"/>
            </a:br>
            <a:r>
              <a:rPr lang="en-US" dirty="0"/>
              <a:t>+</a:t>
            </a:r>
            <a:br>
              <a:rPr lang="en-US" dirty="0"/>
            </a:br>
            <a:r>
              <a:rPr lang="en-IN" dirty="0" err="1"/>
              <a:t>VeriSight</a:t>
            </a:r>
            <a:endParaRPr dirty="0"/>
          </a:p>
        </p:txBody>
      </p:sp>
      <p:sp>
        <p:nvSpPr>
          <p:cNvPr id="15" name="Rounded Rectangle 12">
            <a:extLst>
              <a:ext uri="{FF2B5EF4-FFF2-40B4-BE49-F238E27FC236}">
                <a16:creationId xmlns:a16="http://schemas.microsoft.com/office/drawing/2014/main" id="{6294A2AB-20ED-56E7-90AA-4EB3A6738353}"/>
              </a:ext>
            </a:extLst>
          </p:cNvPr>
          <p:cNvSpPr/>
          <p:nvPr/>
        </p:nvSpPr>
        <p:spPr>
          <a:xfrm>
            <a:off x="10058400" y="1143000"/>
            <a:ext cx="1645920" cy="777240"/>
          </a:xfrm>
          <a:prstGeom prst="roundRect">
            <a:avLst/>
          </a:prstGeom>
          <a:solidFill>
            <a:srgbClr val="E1F0F2"/>
          </a:solidFill>
          <a:ln>
            <a:solidFill>
              <a:srgbClr val="2D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C850AD-244F-5BE5-B9FC-C4805DB1AD8C}"/>
              </a:ext>
            </a:extLst>
          </p:cNvPr>
          <p:cNvSpPr txBox="1"/>
          <p:nvPr/>
        </p:nvSpPr>
        <p:spPr>
          <a:xfrm>
            <a:off x="10605482" y="1197864"/>
            <a:ext cx="55175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2830"/>
                </a:solidFill>
              </a:defRPr>
            </a:pPr>
            <a:r>
              <a:rPr dirty="0"/>
              <a:t>MCP /</a:t>
            </a:r>
            <a:br>
              <a:rPr dirty="0"/>
            </a:br>
            <a:r>
              <a:rPr dirty="0"/>
              <a:t>Skill</a:t>
            </a:r>
          </a:p>
        </p:txBody>
      </p:sp>
      <p:sp>
        <p:nvSpPr>
          <p:cNvPr id="17" name="Right Arrow 14">
            <a:extLst>
              <a:ext uri="{FF2B5EF4-FFF2-40B4-BE49-F238E27FC236}">
                <a16:creationId xmlns:a16="http://schemas.microsoft.com/office/drawing/2014/main" id="{9B5751B3-EC4D-2BD3-6F99-4815F50EA592}"/>
              </a:ext>
            </a:extLst>
          </p:cNvPr>
          <p:cNvSpPr/>
          <p:nvPr/>
        </p:nvSpPr>
        <p:spPr>
          <a:xfrm>
            <a:off x="2148840" y="1399032"/>
            <a:ext cx="347472" cy="256032"/>
          </a:xfrm>
          <a:prstGeom prst="rightArrow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5">
            <a:extLst>
              <a:ext uri="{FF2B5EF4-FFF2-40B4-BE49-F238E27FC236}">
                <a16:creationId xmlns:a16="http://schemas.microsoft.com/office/drawing/2014/main" id="{BABC89C1-267D-293F-258F-B2EC41DA145E}"/>
              </a:ext>
            </a:extLst>
          </p:cNvPr>
          <p:cNvSpPr/>
          <p:nvPr/>
        </p:nvSpPr>
        <p:spPr>
          <a:xfrm>
            <a:off x="4160520" y="1399032"/>
            <a:ext cx="347472" cy="256032"/>
          </a:xfrm>
          <a:prstGeom prst="rightArrow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6">
            <a:extLst>
              <a:ext uri="{FF2B5EF4-FFF2-40B4-BE49-F238E27FC236}">
                <a16:creationId xmlns:a16="http://schemas.microsoft.com/office/drawing/2014/main" id="{EE99D446-6E12-3D46-2BBA-88C75CD1008E}"/>
              </a:ext>
            </a:extLst>
          </p:cNvPr>
          <p:cNvSpPr/>
          <p:nvPr/>
        </p:nvSpPr>
        <p:spPr>
          <a:xfrm>
            <a:off x="6172200" y="1399032"/>
            <a:ext cx="347472" cy="256032"/>
          </a:xfrm>
          <a:prstGeom prst="rightArrow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ght Arrow 17">
            <a:extLst>
              <a:ext uri="{FF2B5EF4-FFF2-40B4-BE49-F238E27FC236}">
                <a16:creationId xmlns:a16="http://schemas.microsoft.com/office/drawing/2014/main" id="{A7B17AA8-42DF-3C5F-B5EB-AC2D80F763F0}"/>
              </a:ext>
            </a:extLst>
          </p:cNvPr>
          <p:cNvSpPr/>
          <p:nvPr/>
        </p:nvSpPr>
        <p:spPr>
          <a:xfrm>
            <a:off x="7955279" y="1399032"/>
            <a:ext cx="347472" cy="256032"/>
          </a:xfrm>
          <a:prstGeom prst="rightArrow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Arrow 18">
            <a:extLst>
              <a:ext uri="{FF2B5EF4-FFF2-40B4-BE49-F238E27FC236}">
                <a16:creationId xmlns:a16="http://schemas.microsoft.com/office/drawing/2014/main" id="{DBF41C9A-179F-3830-BD0A-51C79D5EFA57}"/>
              </a:ext>
            </a:extLst>
          </p:cNvPr>
          <p:cNvSpPr/>
          <p:nvPr/>
        </p:nvSpPr>
        <p:spPr>
          <a:xfrm>
            <a:off x="9784080" y="1399032"/>
            <a:ext cx="347472" cy="256032"/>
          </a:xfrm>
          <a:prstGeom prst="rightArrow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19">
            <a:extLst>
              <a:ext uri="{FF2B5EF4-FFF2-40B4-BE49-F238E27FC236}">
                <a16:creationId xmlns:a16="http://schemas.microsoft.com/office/drawing/2014/main" id="{9D5FE06F-9663-D47A-BEDD-26FFF41BC841}"/>
              </a:ext>
            </a:extLst>
          </p:cNvPr>
          <p:cNvSpPr/>
          <p:nvPr/>
        </p:nvSpPr>
        <p:spPr>
          <a:xfrm>
            <a:off x="1600200" y="2971800"/>
            <a:ext cx="164592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2D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6E1283-5660-B068-7839-16A138DC57E0}"/>
              </a:ext>
            </a:extLst>
          </p:cNvPr>
          <p:cNvSpPr txBox="1"/>
          <p:nvPr/>
        </p:nvSpPr>
        <p:spPr>
          <a:xfrm>
            <a:off x="1655064" y="3026664"/>
            <a:ext cx="1536192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32830"/>
                </a:solidFill>
              </a:defRPr>
            </a:pPr>
            <a:r>
              <a:t>ROOT CAUSE</a:t>
            </a:r>
          </a:p>
        </p:txBody>
      </p:sp>
      <p:sp>
        <p:nvSpPr>
          <p:cNvPr id="24" name="Rounded Rectangle 21">
            <a:extLst>
              <a:ext uri="{FF2B5EF4-FFF2-40B4-BE49-F238E27FC236}">
                <a16:creationId xmlns:a16="http://schemas.microsoft.com/office/drawing/2014/main" id="{B9484707-D86B-822B-1847-F2B0E6B612E8}"/>
              </a:ext>
            </a:extLst>
          </p:cNvPr>
          <p:cNvSpPr/>
          <p:nvPr/>
        </p:nvSpPr>
        <p:spPr>
          <a:xfrm>
            <a:off x="3657600" y="2971800"/>
            <a:ext cx="164592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2D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7A75D2-EDE5-0B4A-85FE-90CEEFFE1ECC}"/>
              </a:ext>
            </a:extLst>
          </p:cNvPr>
          <p:cNvSpPr txBox="1"/>
          <p:nvPr/>
        </p:nvSpPr>
        <p:spPr>
          <a:xfrm>
            <a:off x="3712463" y="3026664"/>
            <a:ext cx="1536192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32830"/>
                </a:solidFill>
              </a:defRPr>
            </a:pPr>
            <a:r>
              <a:t>CANDIDATE FIX</a:t>
            </a:r>
          </a:p>
        </p:txBody>
      </p:sp>
      <p:sp>
        <p:nvSpPr>
          <p:cNvPr id="26" name="Rounded Rectangle 23">
            <a:extLst>
              <a:ext uri="{FF2B5EF4-FFF2-40B4-BE49-F238E27FC236}">
                <a16:creationId xmlns:a16="http://schemas.microsoft.com/office/drawing/2014/main" id="{2A395B97-A22C-B0A1-8DDD-97C8D225AD47}"/>
              </a:ext>
            </a:extLst>
          </p:cNvPr>
          <p:cNvSpPr/>
          <p:nvPr/>
        </p:nvSpPr>
        <p:spPr>
          <a:xfrm>
            <a:off x="5715000" y="2971800"/>
            <a:ext cx="164592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2D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9938C0-8E69-5B46-21B4-A86BD7E96C71}"/>
              </a:ext>
            </a:extLst>
          </p:cNvPr>
          <p:cNvSpPr txBox="1"/>
          <p:nvPr/>
        </p:nvSpPr>
        <p:spPr>
          <a:xfrm>
            <a:off x="5769864" y="3026664"/>
            <a:ext cx="1536192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32830"/>
                </a:solidFill>
              </a:defRPr>
            </a:pPr>
            <a:r>
              <a:t>ENGINEER REVIEW</a:t>
            </a:r>
          </a:p>
        </p:txBody>
      </p:sp>
      <p:sp>
        <p:nvSpPr>
          <p:cNvPr id="28" name="Rounded Rectangle 25">
            <a:extLst>
              <a:ext uri="{FF2B5EF4-FFF2-40B4-BE49-F238E27FC236}">
                <a16:creationId xmlns:a16="http://schemas.microsoft.com/office/drawing/2014/main" id="{7C82A07F-7F54-99B3-9EEB-B933E79CDE92}"/>
              </a:ext>
            </a:extLst>
          </p:cNvPr>
          <p:cNvSpPr/>
          <p:nvPr/>
        </p:nvSpPr>
        <p:spPr>
          <a:xfrm>
            <a:off x="7818120" y="2971800"/>
            <a:ext cx="164592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2D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FE428E-3733-DA5F-81E0-E6B808A4B796}"/>
              </a:ext>
            </a:extLst>
          </p:cNvPr>
          <p:cNvSpPr txBox="1"/>
          <p:nvPr/>
        </p:nvSpPr>
        <p:spPr>
          <a:xfrm>
            <a:off x="7872984" y="3026664"/>
            <a:ext cx="1536192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32830"/>
                </a:solidFill>
              </a:defRPr>
            </a:pPr>
            <a:r>
              <a:t>RTL / TB UPDATE</a:t>
            </a:r>
          </a:p>
        </p:txBody>
      </p:sp>
      <p:sp>
        <p:nvSpPr>
          <p:cNvPr id="30" name="Rounded Rectangle 27">
            <a:extLst>
              <a:ext uri="{FF2B5EF4-FFF2-40B4-BE49-F238E27FC236}">
                <a16:creationId xmlns:a16="http://schemas.microsoft.com/office/drawing/2014/main" id="{F020B1A7-3CE3-915C-9D77-A35D93DBAABD}"/>
              </a:ext>
            </a:extLst>
          </p:cNvPr>
          <p:cNvSpPr/>
          <p:nvPr/>
        </p:nvSpPr>
        <p:spPr>
          <a:xfrm>
            <a:off x="9921240" y="2971800"/>
            <a:ext cx="164592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2D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A86D7B-D865-2AAE-E5CB-D2D5AB7BC01D}"/>
              </a:ext>
            </a:extLst>
          </p:cNvPr>
          <p:cNvSpPr txBox="1"/>
          <p:nvPr/>
        </p:nvSpPr>
        <p:spPr>
          <a:xfrm>
            <a:off x="9976104" y="3026664"/>
            <a:ext cx="1536192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32830"/>
                </a:solidFill>
              </a:defRPr>
            </a:pPr>
            <a:r>
              <a:t>REGRESSION</a:t>
            </a:r>
          </a:p>
        </p:txBody>
      </p:sp>
      <p:sp>
        <p:nvSpPr>
          <p:cNvPr id="32" name="Right Arrow 29">
            <a:extLst>
              <a:ext uri="{FF2B5EF4-FFF2-40B4-BE49-F238E27FC236}">
                <a16:creationId xmlns:a16="http://schemas.microsoft.com/office/drawing/2014/main" id="{DA8BAEC8-075B-9464-0032-F02E3F8CFDF3}"/>
              </a:ext>
            </a:extLst>
          </p:cNvPr>
          <p:cNvSpPr/>
          <p:nvPr/>
        </p:nvSpPr>
        <p:spPr>
          <a:xfrm>
            <a:off x="3337560" y="3182112"/>
            <a:ext cx="347472" cy="256032"/>
          </a:xfrm>
          <a:prstGeom prst="rightArrow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ight Arrow 30">
            <a:extLst>
              <a:ext uri="{FF2B5EF4-FFF2-40B4-BE49-F238E27FC236}">
                <a16:creationId xmlns:a16="http://schemas.microsoft.com/office/drawing/2014/main" id="{32C901EE-1E39-6657-BDEC-4EE3B7ACD135}"/>
              </a:ext>
            </a:extLst>
          </p:cNvPr>
          <p:cNvSpPr/>
          <p:nvPr/>
        </p:nvSpPr>
        <p:spPr>
          <a:xfrm>
            <a:off x="5394960" y="3182112"/>
            <a:ext cx="347472" cy="256032"/>
          </a:xfrm>
          <a:prstGeom prst="rightArrow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ight Arrow 31">
            <a:extLst>
              <a:ext uri="{FF2B5EF4-FFF2-40B4-BE49-F238E27FC236}">
                <a16:creationId xmlns:a16="http://schemas.microsoft.com/office/drawing/2014/main" id="{863CB2E9-F7CB-6773-061B-242CE138FD0D}"/>
              </a:ext>
            </a:extLst>
          </p:cNvPr>
          <p:cNvSpPr/>
          <p:nvPr/>
        </p:nvSpPr>
        <p:spPr>
          <a:xfrm>
            <a:off x="7498079" y="3182112"/>
            <a:ext cx="347472" cy="256032"/>
          </a:xfrm>
          <a:prstGeom prst="rightArrow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ight Arrow 32">
            <a:extLst>
              <a:ext uri="{FF2B5EF4-FFF2-40B4-BE49-F238E27FC236}">
                <a16:creationId xmlns:a16="http://schemas.microsoft.com/office/drawing/2014/main" id="{748DDA18-2A4D-F30A-452A-B8F9CA60D5D8}"/>
              </a:ext>
            </a:extLst>
          </p:cNvPr>
          <p:cNvSpPr/>
          <p:nvPr/>
        </p:nvSpPr>
        <p:spPr>
          <a:xfrm>
            <a:off x="9601200" y="3182112"/>
            <a:ext cx="347472" cy="256032"/>
          </a:xfrm>
          <a:prstGeom prst="rightArrow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3">
            <a:extLst>
              <a:ext uri="{FF2B5EF4-FFF2-40B4-BE49-F238E27FC236}">
                <a16:creationId xmlns:a16="http://schemas.microsoft.com/office/drawing/2014/main" id="{2D69E2A7-761F-06BF-BB01-75A01CEC3BC5}"/>
              </a:ext>
            </a:extLst>
          </p:cNvPr>
          <p:cNvSpPr/>
          <p:nvPr/>
        </p:nvSpPr>
        <p:spPr>
          <a:xfrm>
            <a:off x="3246120" y="4389120"/>
            <a:ext cx="5669280" cy="822960"/>
          </a:xfrm>
          <a:prstGeom prst="roundRect">
            <a:avLst/>
          </a:prstGeom>
          <a:solidFill>
            <a:srgbClr val="E1F0F2"/>
          </a:solidFill>
          <a:ln>
            <a:solidFill>
              <a:srgbClr val="2D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D3C1C21-B152-75B1-FE98-4EA4DA9F9BDF}"/>
              </a:ext>
            </a:extLst>
          </p:cNvPr>
          <p:cNvSpPr txBox="1"/>
          <p:nvPr/>
        </p:nvSpPr>
        <p:spPr>
          <a:xfrm>
            <a:off x="3300984" y="4443983"/>
            <a:ext cx="5559552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32830"/>
                </a:solidFill>
              </a:defRPr>
            </a:pPr>
            <a:r>
              <a:t>VALIDATED KNOWLEDGE → SHARED → REUSED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C1E02CA-0E21-2C5A-8901-42663941C432}"/>
              </a:ext>
            </a:extLst>
          </p:cNvPr>
          <p:cNvSpPr txBox="1"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C7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96CF4-0D93-C64B-EA37-E13C27B59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9083D5-8613-580C-B8B4-4E490C643A83}"/>
              </a:ext>
            </a:extLst>
          </p:cNvPr>
          <p:cNvSpPr txBox="1"/>
          <p:nvPr/>
        </p:nvSpPr>
        <p:spPr>
          <a:xfrm>
            <a:off x="193355" y="458825"/>
            <a:ext cx="1040874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/>
            </a:pPr>
            <a:r>
              <a:rPr lang="en-US" sz="2500" b="1" dirty="0">
                <a:latin typeface="Raleway"/>
              </a:rPr>
              <a:t>Supporting Documents (If any)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3D97D0-B36E-7DED-A9CA-89DD18B52D25}"/>
              </a:ext>
            </a:extLst>
          </p:cNvPr>
          <p:cNvSpPr txBox="1"/>
          <p:nvPr/>
        </p:nvSpPr>
        <p:spPr>
          <a:xfrm>
            <a:off x="68580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Mirafra Confidential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396A3E-4A7C-DCE5-8977-3055BD43E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482477"/>
            <a:ext cx="11049000" cy="23717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B29AE5-7523-C940-BA2B-0C299B450C66}"/>
              </a:ext>
            </a:extLst>
          </p:cNvPr>
          <p:cNvSpPr txBox="1"/>
          <p:nvPr/>
        </p:nvSpPr>
        <p:spPr>
          <a:xfrm>
            <a:off x="1143000" y="2777752"/>
            <a:ext cx="1098137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50" b="1" i="0" u="none">
                <a:solidFill>
                  <a:srgbClr val="0F172A"/>
                </a:solidFill>
                <a:latin typeface="Poppins"/>
              </a:rPr>
              <a:t>Project Repository &amp; Documentation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DA3CDCB-568D-59E6-D072-3B326D0E7641}"/>
              </a:ext>
            </a:extLst>
          </p:cNvPr>
          <p:cNvSpPr txBox="1"/>
          <p:nvPr/>
        </p:nvSpPr>
        <p:spPr>
          <a:xfrm>
            <a:off x="1143000" y="3244477"/>
            <a:ext cx="104584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Repository: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2563EB"/>
                </a:solidFill>
                <a:latin typeface="Inter"/>
              </a:rPr>
              <a:t>github.com/KITTUV03/VeriSight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55D158-9A65-60B9-01CA-3115FA29A56B}"/>
              </a:ext>
            </a:extLst>
          </p:cNvPr>
          <p:cNvSpPr txBox="1"/>
          <p:nvPr/>
        </p:nvSpPr>
        <p:spPr>
          <a:xfrm>
            <a:off x="1143000" y="3625477"/>
            <a:ext cx="104584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Author: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Kittu Patel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9E23CD-4500-4F6A-25B9-5F4F6B8B94B5}"/>
              </a:ext>
            </a:extLst>
          </p:cNvPr>
          <p:cNvSpPr txBox="1"/>
          <p:nvPr/>
        </p:nvSpPr>
        <p:spPr>
          <a:xfrm>
            <a:off x="1143000" y="4006477"/>
            <a:ext cx="104584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Framework Architecture: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5-Agent Pipeline with ChromaDB RAG and Yosys/x-tracer Integration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FC88CE-D075-458B-A248-0846F1AFF3E7}"/>
              </a:ext>
            </a:extLst>
          </p:cNvPr>
          <p:cNvSpPr txBox="1"/>
          <p:nvPr/>
        </p:nvSpPr>
        <p:spPr>
          <a:xfrm>
            <a:off x="1143000" y="4330327"/>
            <a:ext cx="104584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For full setup instructions, test suites, and contribution guidelines, please refer to the project README.</a:t>
            </a:r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15ECDB03-EC98-40A8-A20B-5808083CB3A3}"/>
              </a:ext>
            </a:extLst>
          </p:cNvPr>
          <p:cNvSpPr/>
          <p:nvPr/>
        </p:nvSpPr>
        <p:spPr>
          <a:xfrm>
            <a:off x="193355" y="4558927"/>
            <a:ext cx="12192000" cy="153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550"/>
              </a:lnSpc>
            </a:pPr>
            <a:r>
              <a:rPr lang="en-US" dirty="0">
                <a:solidFill>
                  <a:srgbClr val="111414"/>
                </a:solidFill>
              </a:rPr>
              <a:t>Drive Link:</a:t>
            </a:r>
            <a:br>
              <a:rPr lang="en-US" dirty="0">
                <a:solidFill>
                  <a:srgbClr val="111414"/>
                </a:solidFill>
              </a:rPr>
            </a:br>
            <a:r>
              <a:rPr lang="en-US" dirty="0">
                <a:solidFill>
                  <a:srgbClr val="111414"/>
                </a:solidFill>
              </a:rPr>
              <a:t>https://drive.google.com/drive/folders/1qZILZeCXUqSf7m_0Snrj6YsMoAMjbagb?usp=sharing</a:t>
            </a:r>
          </a:p>
        </p:txBody>
      </p:sp>
    </p:spTree>
    <p:extLst>
      <p:ext uri="{BB962C8B-B14F-4D97-AF65-F5344CB8AC3E}">
        <p14:creationId xmlns:p14="http://schemas.microsoft.com/office/powerpoint/2010/main" val="3878833280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402336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Raleway"/>
              </a:defRPr>
            </a:pPr>
            <a:r>
              <a:t>Confidence Evaluation &amp; Formula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109728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Poppins"/>
              </a:defRPr>
            </a:pPr>
            <a:r>
              <a:t>Weighted Mathematical Formula for Automated Fix Confidence:</a:t>
            </a:r>
          </a:p>
          <a:p>
            <a:pPr>
              <a:defRPr sz="1200" b="1">
                <a:solidFill>
                  <a:srgbClr val="0F172A"/>
                </a:solidFill>
                <a:latin typeface="Inter"/>
              </a:defRPr>
            </a:pPr>
            <a:r>
              <a:t>Confidence Score = 0.25(Spec) + 0.25(Root Cause) + 0.20(Code Evidence) + 0.15(Log Evidence) + 0.10(Fix Consistency) + 0.05(Validation)</a:t>
            </a:r>
          </a:p>
          <a:p/>
          <a:p>
            <a:pPr>
              <a:defRPr sz="1300" b="1">
                <a:solidFill>
                  <a:srgbClr val="2563EB"/>
                </a:solidFill>
                <a:latin typeface="Poppins"/>
              </a:defRPr>
            </a:pPr>
            <a:r>
              <a:t>Case Study: 78% Confidence Score Derivation (FIFO Benchmark):</a:t>
            </a:r>
          </a:p>
          <a:p>
            <a:r>
              <a:rPr sz="1100" b="1">
                <a:solidFill>
                  <a:srgbClr val="0F172A"/>
                </a:solidFill>
                <a:latin typeface="Inter"/>
              </a:rPr>
              <a:t>• Spec Agreement (25% Weight):</a:t>
            </a:r>
            <a:r>
              <a:rPr sz="1050" b="0">
                <a:solidFill>
                  <a:srgbClr val="334155"/>
                </a:solidFill>
                <a:latin typeface="Inter"/>
              </a:rPr>
              <a:t> 1.0 — Specification requires counter increment on write  --&gt; Contribution = 0.250</a:t>
            </a:r>
          </a:p>
          <a:p>
            <a:r>
              <a:rPr sz="1100" b="1">
                <a:solidFill>
                  <a:srgbClr val="0F172A"/>
                </a:solidFill>
                <a:latin typeface="Inter"/>
              </a:rPr>
              <a:t>• Root Cause Certainty (25% Weight):</a:t>
            </a:r>
            <a:r>
              <a:rPr sz="1050" b="0">
                <a:solidFill>
                  <a:srgbClr val="334155"/>
                </a:solidFill>
                <a:latin typeface="Inter"/>
              </a:rPr>
              <a:t> 0.85 — Agent 2/3 classification certainty score  --&gt; Contribution = 0.2125</a:t>
            </a:r>
          </a:p>
          <a:p>
            <a:r>
              <a:rPr sz="1100" b="1">
                <a:solidFill>
                  <a:srgbClr val="0F172A"/>
                </a:solidFill>
                <a:latin typeface="Inter"/>
              </a:rPr>
              <a:t>• Code Evidence (20% Weight):</a:t>
            </a:r>
            <a:r>
              <a:rPr sz="1050" b="0">
                <a:solidFill>
                  <a:srgbClr val="334155"/>
                </a:solidFill>
                <a:latin typeface="Inter"/>
              </a:rPr>
              <a:t> 1.0 — Exact file and line identified in syn_fifo.v  --&gt; Contribution = 0.200</a:t>
            </a:r>
          </a:p>
          <a:p>
            <a:r>
              <a:rPr sz="1100" b="1">
                <a:solidFill>
                  <a:srgbClr val="0F172A"/>
                </a:solidFill>
                <a:latin typeface="Inter"/>
              </a:rPr>
              <a:t>• UVM Log Evidence (15% Weight):</a:t>
            </a:r>
            <a:r>
              <a:rPr sz="1050" b="0">
                <a:solidFill>
                  <a:srgbClr val="334155"/>
                </a:solidFill>
                <a:latin typeface="Inter"/>
              </a:rPr>
              <a:t> 0.40 — EMPTY flag error message match in sim.log  --&gt; Contribution = 0.060</a:t>
            </a:r>
          </a:p>
          <a:p>
            <a:r>
              <a:rPr sz="1100" b="1">
                <a:solidFill>
                  <a:srgbClr val="0F172A"/>
                </a:solidFill>
                <a:latin typeface="Inter"/>
              </a:rPr>
              <a:t>• Fix Consistency (10% Weight):</a:t>
            </a:r>
            <a:r>
              <a:rPr sz="1050" b="0">
                <a:solidFill>
                  <a:srgbClr val="334155"/>
                </a:solidFill>
                <a:latin typeface="Inter"/>
              </a:rPr>
              <a:t> 0.50 — Fix does not break other signals/interfaces  --&gt; Contribution = 0.050</a:t>
            </a:r>
          </a:p>
          <a:p>
            <a:r>
              <a:rPr sz="1100" b="1">
                <a:solidFill>
                  <a:srgbClr val="0F172A"/>
                </a:solidFill>
                <a:latin typeface="Inter"/>
              </a:rPr>
              <a:t>• Validation Evidence (5% Weight):</a:t>
            </a:r>
            <a:r>
              <a:rPr sz="1050" b="0">
                <a:solidFill>
                  <a:srgbClr val="334155"/>
                </a:solidFill>
                <a:latin typeface="Inter"/>
              </a:rPr>
              <a:t> 0.50 — Level 1 syntax validation passed  --&gt; Contribution = 0.025</a:t>
            </a:r>
          </a:p>
          <a:p>
            <a:r>
              <a:rPr sz="1100" b="1">
                <a:solidFill>
                  <a:srgbClr val="B45309"/>
                </a:solidFill>
                <a:latin typeface="Inter"/>
              </a:rPr>
              <a:t>--&gt; Total Computed Fix Confidence:</a:t>
            </a:r>
            <a:r>
              <a:rPr sz="1050" b="1">
                <a:solidFill>
                  <a:srgbClr val="B45309"/>
                </a:solidFill>
                <a:latin typeface="Inter"/>
              </a:rPr>
              <a:t> 0.250 + 0.2125 + 0.200 + 0.060 + 0.050 + 0.025 = 0.78 (78%)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58521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Mirafra Confidential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402336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Raleway"/>
              </a:defRPr>
            </a:pPr>
            <a:r>
              <a:t>Token Consumption &amp; Cost Expenditure ($300 Claude 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109728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 b="1">
                <a:solidFill>
                  <a:srgbClr val="2563EB"/>
                </a:solidFill>
                <a:latin typeface="Poppins"/>
              </a:rPr>
              <a:t>• Total Token Investment:</a:t>
            </a:r>
          </a:p>
          <a:p>
            <a:r>
              <a:rPr sz="1100">
                <a:solidFill>
                  <a:srgbClr val="334155"/>
                </a:solidFill>
                <a:latin typeface="Inter"/>
              </a:rPr>
              <a:t>    $300 total cost consumption spent using Claude AI API across comprehensive framework debugging benchmarks.</a:t>
            </a:r>
          </a:p>
          <a:p/>
          <a:p>
            <a:r>
              <a:rPr sz="1200" b="1">
                <a:solidFill>
                  <a:srgbClr val="2563EB"/>
                </a:solidFill>
                <a:latin typeface="Poppins"/>
              </a:rPr>
              <a:t>• Benchmark Suite Coverage:</a:t>
            </a:r>
          </a:p>
          <a:p>
            <a:r>
              <a:rPr sz="1100">
                <a:solidFill>
                  <a:srgbClr val="334155"/>
                </a:solidFill>
                <a:latin typeface="Inter"/>
              </a:rPr>
              <a:t>    Evaluated over reference designs (ALU) and complex custom designs (Synchronous FIFO, AXI protocol modules).</a:t>
            </a:r>
          </a:p>
          <a:p/>
          <a:p>
            <a:r>
              <a:rPr sz="1200" b="1">
                <a:solidFill>
                  <a:srgbClr val="2563EB"/>
                </a:solidFill>
                <a:latin typeface="Poppins"/>
              </a:rPr>
              <a:t>• Per-Run Token Consumption Profile:</a:t>
            </a:r>
          </a:p>
          <a:p>
            <a:r>
              <a:rPr sz="1100">
                <a:solidFill>
                  <a:srgbClr val="334155"/>
                </a:solidFill>
                <a:latin typeface="Inter"/>
              </a:rPr>
              <a:t>    ~46.5k input tokens / ~6.4k output tokens per full RTL-bug debug run (average cost of ~$0.16 per run).</a:t>
            </a:r>
          </a:p>
          <a:p/>
          <a:p>
            <a:r>
              <a:rPr sz="1200" b="1">
                <a:solidFill>
                  <a:srgbClr val="2563EB"/>
                </a:solidFill>
                <a:latin typeface="Poppins"/>
              </a:rPr>
              <a:t>• Prompt Caching Optimization:</a:t>
            </a:r>
          </a:p>
          <a:p>
            <a:r>
              <a:rPr sz="1100">
                <a:solidFill>
                  <a:srgbClr val="334155"/>
                </a:solidFill>
                <a:latin typeface="Inter"/>
              </a:rPr>
              <a:t>    Leverages Anthropic Prompt Caching to achieve up to ~90% cost reduction on reused specification and RTL source code text across agents.</a:t>
            </a:r>
          </a:p>
          <a:p/>
          <a:p>
            <a:r>
              <a:rPr sz="1200" b="1">
                <a:solidFill>
                  <a:srgbClr val="2563EB"/>
                </a:solidFill>
                <a:latin typeface="Poppins"/>
              </a:rPr>
              <a:t>• Batch API Optimization:</a:t>
            </a:r>
          </a:p>
          <a:p>
            <a:r>
              <a:rPr sz="1100">
                <a:solidFill>
                  <a:srgbClr val="334155"/>
                </a:solidFill>
                <a:latin typeface="Inter"/>
              </a:rPr>
              <a:t>    50% cost discount applied via asynchronous batch API processing for nightly regression failure triage.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493776" y="58521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Mirafra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8e7bcb8-8a73-47ca-b673-7f5c42f1441a" xsi:nil="true"/>
    <lcf76f155ced4ddcb4097134ff3c332f xmlns="c7c14b91-aacb-499a-8b62-88dbe10f149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3BA663CA173E42941C5F3D134B581F" ma:contentTypeVersion="10" ma:contentTypeDescription="Create a new document." ma:contentTypeScope="" ma:versionID="f0cba1273436d8031cc844cf98c02f78">
  <xsd:schema xmlns:xsd="http://www.w3.org/2001/XMLSchema" xmlns:xs="http://www.w3.org/2001/XMLSchema" xmlns:p="http://schemas.microsoft.com/office/2006/metadata/properties" xmlns:ns2="c7c14b91-aacb-499a-8b62-88dbe10f1490" xmlns:ns3="f8e7bcb8-8a73-47ca-b673-7f5c42f1441a" targetNamespace="http://schemas.microsoft.com/office/2006/metadata/properties" ma:root="true" ma:fieldsID="b65ddfcf81a7172ae684b1eeaf3f32a0" ns2:_="" ns3:_="">
    <xsd:import namespace="c7c14b91-aacb-499a-8b62-88dbe10f1490"/>
    <xsd:import namespace="f8e7bcb8-8a73-47ca-b673-7f5c42f1441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c14b91-aacb-499a-8b62-88dbe10f14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1805c6b5-4878-440b-b605-f2f8a3a729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e7bcb8-8a73-47ca-b673-7f5c42f1441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c37afba-b0f7-4019-b7c8-1ea6dc86adf2}" ma:internalName="TaxCatchAll" ma:showField="CatchAllData" ma:web="f8e7bcb8-8a73-47ca-b673-7f5c42f144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05F50FD-B1D5-4352-A59D-0FE604B5E8C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A88B3B8-7C13-4E89-B3BF-BB527C6ABDDB}">
  <ds:schemaRefs>
    <ds:schemaRef ds:uri="c7c14b91-aacb-499a-8b62-88dbe10f1490"/>
    <ds:schemaRef ds:uri="f8e7bcb8-8a73-47ca-b673-7f5c42f1441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487A1A4-5124-4213-93A6-CFE40BF0B7B3}">
  <ds:schemaRefs>
    <ds:schemaRef ds:uri="c7c14b91-aacb-499a-8b62-88dbe10f1490"/>
    <ds:schemaRef ds:uri="f8e7bcb8-8a73-47ca-b673-7f5c42f1441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1707</TotalTime>
  <Words>1787</Words>
  <Application>Microsoft Office PowerPoint</Application>
  <PresentationFormat>Widescreen</PresentationFormat>
  <Paragraphs>370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Calibri Light</vt:lpstr>
      <vt:lpstr>Inter</vt:lpstr>
      <vt:lpstr>Poppins</vt:lpstr>
      <vt:lpstr>Raleway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chhabranaveen@mirafra2.onmicrosoft.com</dc:creator>
  <cp:lastModifiedBy>Vinod Nikhil Monteiro</cp:lastModifiedBy>
  <cp:revision>32</cp:revision>
  <dcterms:created xsi:type="dcterms:W3CDTF">2021-05-03T10:05:34Z</dcterms:created>
  <dcterms:modified xsi:type="dcterms:W3CDTF">2026-09-03T16:12:11Z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0x010100D53BA663CA173E42941C5F3D134B581F</vt:lpwstr>
  </property>
  <property fmtid="{D5CDD505-2E9C-101B-9397-08002B2CF9AE}" pid="3" name="MediaServiceImageTags">
    <vt:lpwstr/>
  </property>
</Properties>
</file>